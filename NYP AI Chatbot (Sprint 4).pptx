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5143500" cx="9144000"/>
  <p:notesSz cx="6858000" cy="9144000"/>
  <p:embeddedFontLst>
    <p:embeddedFont>
      <p:font typeface="Dela Gothic One"/>
      <p:regular r:id="rId39"/>
    </p:embeddedFont>
    <p:embeddedFont>
      <p:font typeface="Barlow"/>
      <p:regular r:id="rId40"/>
      <p:bold r:id="rId41"/>
      <p:italic r:id="rId42"/>
      <p:boldItalic r:id="rId43"/>
    </p:embeddedFon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8C7076-32A7-4B73-9495-8D9C61B499E5}">
  <a:tblStyle styleId="{9B8C7076-32A7-4B73-9495-8D9C61B499E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981173B-0FA7-4889-ABE8-AFA215AF2FC6}"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regular.fntdata"/><Relationship Id="rId20" Type="http://schemas.openxmlformats.org/officeDocument/2006/relationships/slide" Target="slides/slide14.xml"/><Relationship Id="rId42" Type="http://schemas.openxmlformats.org/officeDocument/2006/relationships/font" Target="fonts/Barlow-italic.fntdata"/><Relationship Id="rId41" Type="http://schemas.openxmlformats.org/officeDocument/2006/relationships/font" Target="fonts/Barlow-bold.fntdata"/><Relationship Id="rId22" Type="http://schemas.openxmlformats.org/officeDocument/2006/relationships/slide" Target="slides/slide16.xml"/><Relationship Id="rId44" Type="http://schemas.openxmlformats.org/officeDocument/2006/relationships/font" Target="fonts/OpenSans-regular.fntdata"/><Relationship Id="rId21" Type="http://schemas.openxmlformats.org/officeDocument/2006/relationships/slide" Target="slides/slide15.xml"/><Relationship Id="rId43" Type="http://schemas.openxmlformats.org/officeDocument/2006/relationships/font" Target="fonts/Barlow-boldItalic.fntdata"/><Relationship Id="rId24" Type="http://schemas.openxmlformats.org/officeDocument/2006/relationships/slide" Target="slides/slide18.xml"/><Relationship Id="rId46" Type="http://schemas.openxmlformats.org/officeDocument/2006/relationships/font" Target="fonts/OpenSans-italic.fntdata"/><Relationship Id="rId23" Type="http://schemas.openxmlformats.org/officeDocument/2006/relationships/slide" Target="slides/slide17.xml"/><Relationship Id="rId45"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Open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DelaGothicOne-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9d73137b00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9d73137b00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40562e00db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40562e00db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40562e00db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340562e00db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5b5ae02ca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5b5ae02ca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5b5ae02ca1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5b5ae02ca1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other smaller features such as making the chat id be the username and a timecode in utc time and putting in capabilities to show the time in the appropriate local time.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5bb74263a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5bb74263a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5b5ae02ca1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5b5ae02ca1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5baaefaa0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5baaefaa0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5baaefaa0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35baaefaa0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35bb74263a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35bb74263a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5baaefaa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5baaefaa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5bb74263a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5bb74263a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5baaefaa0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5baaefaa0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5baaefaa0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35baaefaa0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5baaefaa01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5baaefaa0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35baaefaa0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35baaefaa0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4748bf39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9" name="Google Shape;1169;g34748bf39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5b5ae02ca1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35b5ae02ca1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340562e00db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340562e00db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4b5ddab0b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4b5ddab0b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After evaluating </a:t>
            </a:r>
            <a:r>
              <a:rPr lang="en" sz="1200">
                <a:solidFill>
                  <a:schemeClr val="dk1"/>
                </a:solidFill>
              </a:rPr>
              <a:t>several </a:t>
            </a:r>
            <a:r>
              <a:rPr lang="en" sz="1200">
                <a:solidFill>
                  <a:schemeClr val="dk1"/>
                </a:solidFill>
              </a:rPr>
              <a:t>vector databases, we chose ChromaDB because it offers fast search, good scalability, and integrates seamlessly with LangChain — which made development much smoother.</a:t>
            </a:r>
            <a:endParaRPr sz="12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5b5ae02ca1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35b5ae02ca1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For speech-to-text, we compared GPT-4o and GPT-4o Mini. While GPT-4o has more advanced NLP, we chose GPT-4o Mini because it’s faster, cheaper, and still accurate enough for our needs. Pairing it with Whisper gave us a lightweight, effective solution.</a:t>
            </a: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35b5ae02ca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g35b5ae02ca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5b5ae02ca1_4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6" name="Google Shape;1276;g35b5ae02ca1_4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Our final UI is clean, minimalistic, and designed with usability in mind. We focused on clear call-to-action buttons, a personalized sidebar for managing conversations, and structured storage of chat history</a:t>
            </a:r>
            <a:endParaRPr sz="1200">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35aab1a11c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35aab1a11c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5cf08afe42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35cf08afe42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5cf08afe42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35cf08afe42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1100"/>
              <a:buFont typeface="Arial"/>
              <a:buNone/>
            </a:pPr>
            <a:r>
              <a:rPr lang="en" sz="1200">
                <a:solidFill>
                  <a:schemeClr val="dk1"/>
                </a:solidFill>
              </a:rPr>
              <a:t>To make sure our chatbot works securely for multiple users, i implemented a personalized folder system. Each time a new user registers, a dedicated folder is created for them. This folder stores all their conversation history</a:t>
            </a:r>
            <a:endParaRPr sz="1200">
              <a:solidFill>
                <a:schemeClr val="dk1"/>
              </a:solidFill>
            </a:endParaRPr>
          </a:p>
          <a:p>
            <a:pPr indent="0" lvl="0" marL="0" rtl="0" algn="l">
              <a:lnSpc>
                <a:spcPct val="115000"/>
              </a:lnSpc>
              <a:spcBef>
                <a:spcPts val="900"/>
              </a:spcBef>
              <a:spcAft>
                <a:spcPts val="900"/>
              </a:spcAft>
              <a:buNone/>
            </a:pPr>
            <a:r>
              <a:rPr lang="en" sz="1200">
                <a:solidFill>
                  <a:schemeClr val="dk1"/>
                </a:solidFill>
              </a:rPr>
              <a:t>For example, if Bryan logs in, his data will be stored under /chat_sessions/bryan/. If Ilysia logs in, her data goes into /chat_sessions/ilyisia/. This ensures that users can’t see each other’s conversations and keeps everything organized and secure.</a:t>
            </a:r>
            <a:endParaRPr sz="120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35b5ae02ca1_4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35b5ae02ca1_4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800"/>
              </a:spcBef>
              <a:spcAft>
                <a:spcPts val="0"/>
              </a:spcAft>
              <a:buClr>
                <a:srgbClr val="2C2C36"/>
              </a:buClr>
              <a:buSzPts val="1200"/>
              <a:buChar char="●"/>
            </a:pPr>
            <a:r>
              <a:rPr lang="en" sz="1200">
                <a:solidFill>
                  <a:srgbClr val="111827"/>
                </a:solidFill>
                <a:highlight>
                  <a:srgbClr val="FFFFFF"/>
                </a:highlight>
              </a:rPr>
              <a:t>Key Limitations:</a:t>
            </a:r>
            <a:endParaRPr sz="1200">
              <a:solidFill>
                <a:srgbClr val="111827"/>
              </a:solidFill>
              <a:highlight>
                <a:srgbClr val="FFFFFF"/>
              </a:highlight>
            </a:endParaRPr>
          </a:p>
          <a:p>
            <a:pPr indent="-304800" lvl="1" marL="914400" rtl="0" algn="l">
              <a:lnSpc>
                <a:spcPct val="115000"/>
              </a:lnSpc>
              <a:spcBef>
                <a:spcPts val="0"/>
              </a:spcBef>
              <a:spcAft>
                <a:spcPts val="0"/>
              </a:spcAft>
              <a:buClr>
                <a:srgbClr val="2C2C36"/>
              </a:buClr>
              <a:buSzPts val="1200"/>
              <a:buChar char="●"/>
            </a:pPr>
            <a:r>
              <a:rPr lang="en" sz="1200">
                <a:solidFill>
                  <a:srgbClr val="2C2C36"/>
                </a:solidFill>
                <a:highlight>
                  <a:srgbClr val="FFFFFF"/>
                </a:highlight>
              </a:rPr>
              <a:t>Lack of </a:t>
            </a:r>
            <a:r>
              <a:rPr lang="en" sz="1200">
                <a:solidFill>
                  <a:srgbClr val="111827"/>
                </a:solidFill>
                <a:highlight>
                  <a:srgbClr val="FFFFFF"/>
                </a:highlight>
              </a:rPr>
              <a:t>chat segmentation </a:t>
            </a:r>
            <a:r>
              <a:rPr lang="en" sz="1200">
                <a:solidFill>
                  <a:srgbClr val="2C2C36"/>
                </a:solidFill>
                <a:highlight>
                  <a:srgbClr val="FFFFFF"/>
                </a:highlight>
              </a:rPr>
              <a:t>: All conversations were lumped together, making it hard to distinguish between different topics or sessions.</a:t>
            </a:r>
            <a:endParaRPr sz="1200">
              <a:solidFill>
                <a:srgbClr val="2C2C36"/>
              </a:solidFill>
              <a:highlight>
                <a:srgbClr val="FFFFFF"/>
              </a:highlight>
            </a:endParaRPr>
          </a:p>
          <a:p>
            <a:pPr indent="-304800" lvl="1" marL="914400" rtl="0" algn="l">
              <a:lnSpc>
                <a:spcPct val="115000"/>
              </a:lnSpc>
              <a:spcBef>
                <a:spcPts val="0"/>
              </a:spcBef>
              <a:spcAft>
                <a:spcPts val="0"/>
              </a:spcAft>
              <a:buClr>
                <a:srgbClr val="2C2C36"/>
              </a:buClr>
              <a:buSzPts val="1200"/>
              <a:buChar char="●"/>
            </a:pPr>
            <a:r>
              <a:rPr lang="en" sz="1200">
                <a:solidFill>
                  <a:srgbClr val="2C2C36"/>
                </a:solidFill>
                <a:highlight>
                  <a:srgbClr val="FFFFFF"/>
                </a:highlight>
              </a:rPr>
              <a:t>No </a:t>
            </a:r>
            <a:r>
              <a:rPr lang="en" sz="1200">
                <a:solidFill>
                  <a:srgbClr val="111827"/>
                </a:solidFill>
                <a:highlight>
                  <a:srgbClr val="FFFFFF"/>
                </a:highlight>
              </a:rPr>
              <a:t>unique identifiers </a:t>
            </a:r>
            <a:r>
              <a:rPr lang="en" sz="1200">
                <a:solidFill>
                  <a:srgbClr val="2C2C36"/>
                </a:solidFill>
                <a:highlight>
                  <a:srgbClr val="FFFFFF"/>
                </a:highlight>
              </a:rPr>
              <a:t>for chats: Difficult to track specific conversations over time.</a:t>
            </a:r>
            <a:endParaRPr sz="1200">
              <a:solidFill>
                <a:srgbClr val="2C2C36"/>
              </a:solidFill>
              <a:highlight>
                <a:srgbClr val="FFFFFF"/>
              </a:highlight>
            </a:endParaRPr>
          </a:p>
          <a:p>
            <a:pPr indent="-304800" lvl="1" marL="914400" rtl="0" algn="l">
              <a:lnSpc>
                <a:spcPct val="115000"/>
              </a:lnSpc>
              <a:spcBef>
                <a:spcPts val="0"/>
              </a:spcBef>
              <a:spcAft>
                <a:spcPts val="0"/>
              </a:spcAft>
              <a:buClr>
                <a:srgbClr val="2C2C36"/>
              </a:buClr>
              <a:buSzPts val="1200"/>
              <a:buChar char="●"/>
            </a:pPr>
            <a:r>
              <a:rPr lang="en" sz="1200">
                <a:solidFill>
                  <a:srgbClr val="2C2C36"/>
                </a:solidFill>
                <a:highlight>
                  <a:srgbClr val="FFFFFF"/>
                </a:highlight>
              </a:rPr>
              <a:t>Limited </a:t>
            </a:r>
            <a:r>
              <a:rPr lang="en" sz="1200">
                <a:solidFill>
                  <a:srgbClr val="111827"/>
                </a:solidFill>
                <a:highlight>
                  <a:srgbClr val="FFFFFF"/>
                </a:highlight>
              </a:rPr>
              <a:t>scalability </a:t>
            </a:r>
            <a:r>
              <a:rPr lang="en" sz="1200">
                <a:solidFill>
                  <a:srgbClr val="2C2C36"/>
                </a:solidFill>
                <a:highlight>
                  <a:srgbClr val="FFFFFF"/>
                </a:highlight>
              </a:rPr>
              <a:t>: As more users joined, managing chat histories became cumbersome.</a:t>
            </a:r>
            <a:endParaRPr sz="1200">
              <a:solidFill>
                <a:srgbClr val="2C2C36"/>
              </a:solidFill>
              <a:highlight>
                <a:srgbClr val="FFFFFF"/>
              </a:highlight>
            </a:endParaRPr>
          </a:p>
          <a:p>
            <a:pPr indent="0" lvl="0" marL="0" rtl="0" algn="l">
              <a:lnSpc>
                <a:spcPct val="115000"/>
              </a:lnSpc>
              <a:spcBef>
                <a:spcPts val="3600"/>
              </a:spcBef>
              <a:spcAft>
                <a:spcPts val="0"/>
              </a:spcAft>
              <a:buNone/>
            </a:pPr>
            <a:r>
              <a:rPr lang="en" sz="1200">
                <a:solidFill>
                  <a:srgbClr val="111827"/>
                </a:solidFill>
                <a:highlight>
                  <a:srgbClr val="FFFFFF"/>
                </a:highlight>
              </a:rPr>
              <a:t>Key Improvements:</a:t>
            </a:r>
            <a:endParaRPr sz="1200">
              <a:solidFill>
                <a:srgbClr val="111827"/>
              </a:solidFill>
              <a:highlight>
                <a:srgbClr val="FFFFFF"/>
              </a:highlight>
            </a:endParaRPr>
          </a:p>
          <a:p>
            <a:pPr indent="-304800" lvl="1" marL="914400" rtl="0" algn="l">
              <a:lnSpc>
                <a:spcPct val="115000"/>
              </a:lnSpc>
              <a:spcBef>
                <a:spcPts val="3600"/>
              </a:spcBef>
              <a:spcAft>
                <a:spcPts val="0"/>
              </a:spcAft>
              <a:buClr>
                <a:srgbClr val="2C2C36"/>
              </a:buClr>
              <a:buSzPts val="1200"/>
              <a:buChar char="●"/>
            </a:pPr>
            <a:r>
              <a:rPr lang="en" sz="1200">
                <a:solidFill>
                  <a:srgbClr val="111827"/>
                </a:solidFill>
                <a:highlight>
                  <a:srgbClr val="FFFFFF"/>
                </a:highlight>
              </a:rPr>
              <a:t>Personalized Sidebar: </a:t>
            </a:r>
            <a:r>
              <a:rPr lang="en" sz="1200">
                <a:solidFill>
                  <a:srgbClr val="2C2C36"/>
                </a:solidFill>
                <a:highlight>
                  <a:srgbClr val="FFFFFF"/>
                </a:highlight>
              </a:rPr>
              <a:t>Displays only the user’s chats, with options to start new ones.</a:t>
            </a:r>
            <a:endParaRPr sz="1200">
              <a:solidFill>
                <a:srgbClr val="2C2C36"/>
              </a:solidFill>
              <a:highlight>
                <a:srgbClr val="FFFFFF"/>
              </a:highlight>
            </a:endParaRPr>
          </a:p>
          <a:p>
            <a:pPr indent="-304800" lvl="1" marL="914400" rtl="0" algn="l">
              <a:lnSpc>
                <a:spcPct val="115000"/>
              </a:lnSpc>
              <a:spcBef>
                <a:spcPts val="0"/>
              </a:spcBef>
              <a:spcAft>
                <a:spcPts val="0"/>
              </a:spcAft>
              <a:buClr>
                <a:srgbClr val="2C2C36"/>
              </a:buClr>
              <a:buSzPts val="1200"/>
              <a:buChar char="●"/>
            </a:pPr>
            <a:r>
              <a:rPr lang="en" sz="1200">
                <a:solidFill>
                  <a:srgbClr val="111827"/>
                </a:solidFill>
                <a:highlight>
                  <a:srgbClr val="FFFFFF"/>
                </a:highlight>
              </a:rPr>
              <a:t>Unique Chat IDs: </a:t>
            </a:r>
            <a:r>
              <a:rPr lang="en" sz="1200">
                <a:solidFill>
                  <a:srgbClr val="2C2C36"/>
                </a:solidFill>
                <a:highlight>
                  <a:srgbClr val="FFFFFF"/>
                </a:highlight>
              </a:rPr>
              <a:t>Each chat is uniquely identified, making it easy to track and retrieve specific conversations.</a:t>
            </a:r>
            <a:endParaRPr sz="1200">
              <a:solidFill>
                <a:srgbClr val="2C2C36"/>
              </a:solidFill>
              <a:highlight>
                <a:srgbClr val="FFFFFF"/>
              </a:highlight>
            </a:endParaRPr>
          </a:p>
          <a:p>
            <a:pPr indent="-304800" lvl="1" marL="914400" rtl="0" algn="l">
              <a:lnSpc>
                <a:spcPct val="115000"/>
              </a:lnSpc>
              <a:spcBef>
                <a:spcPts val="0"/>
              </a:spcBef>
              <a:spcAft>
                <a:spcPts val="0"/>
              </a:spcAft>
              <a:buClr>
                <a:srgbClr val="2C2C36"/>
              </a:buClr>
              <a:buSzPts val="1200"/>
              <a:buChar char="●"/>
            </a:pPr>
            <a:r>
              <a:rPr lang="en" sz="1200">
                <a:solidFill>
                  <a:srgbClr val="111827"/>
                </a:solidFill>
                <a:highlight>
                  <a:srgbClr val="FFFFFF"/>
                </a:highlight>
              </a:rPr>
              <a:t>Structured Storage: </a:t>
            </a:r>
            <a:r>
              <a:rPr lang="en" sz="1200">
                <a:solidFill>
                  <a:srgbClr val="2C2C36"/>
                </a:solidFill>
                <a:highlight>
                  <a:srgbClr val="FFFFFF"/>
                </a:highlight>
              </a:rPr>
              <a:t>Chats are organized by user and chat ID, improving scalability and management.</a:t>
            </a:r>
            <a:endParaRPr sz="1200">
              <a:solidFill>
                <a:srgbClr val="2C2C36"/>
              </a:solidFill>
              <a:highlight>
                <a:srgbClr val="FFFFFF"/>
              </a:highlight>
            </a:endParaRPr>
          </a:p>
          <a:p>
            <a:pPr indent="0" lvl="0" marL="0" rtl="0" algn="l">
              <a:spcBef>
                <a:spcPts val="36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g35cf08afe42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3" name="Google Shape;1323;g35cf08afe42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900"/>
              </a:spcBef>
              <a:spcAft>
                <a:spcPts val="0"/>
              </a:spcAft>
              <a:buClr>
                <a:schemeClr val="dk1"/>
              </a:buClr>
              <a:buSzPts val="1100"/>
              <a:buFont typeface="Arial"/>
              <a:buNone/>
            </a:pPr>
            <a:r>
              <a:rPr lang="en" sz="1200">
                <a:solidFill>
                  <a:schemeClr val="dk1"/>
                </a:solidFill>
              </a:rPr>
              <a:t>One of the major improvements we made was redesigning how conversation history works. In older versions, chats weren't properly segmented and lacked unique identifiers."</a:t>
            </a:r>
            <a:endParaRPr sz="1200">
              <a:solidFill>
                <a:schemeClr val="dk1"/>
              </a:solidFill>
            </a:endParaRPr>
          </a:p>
          <a:p>
            <a:pPr indent="0" lvl="0" marL="0" rtl="0" algn="l">
              <a:lnSpc>
                <a:spcPct val="115000"/>
              </a:lnSpc>
              <a:spcBef>
                <a:spcPts val="900"/>
              </a:spcBef>
              <a:spcAft>
                <a:spcPts val="0"/>
              </a:spcAft>
              <a:buClr>
                <a:schemeClr val="dk1"/>
              </a:buClr>
              <a:buSzPts val="1100"/>
              <a:buFont typeface="Arial"/>
              <a:buNone/>
            </a:pPr>
            <a:r>
              <a:rPr lang="en" sz="1200">
                <a:solidFill>
                  <a:schemeClr val="dk1"/>
                </a:solidFill>
              </a:rPr>
              <a:t>"In Version 3.0, each chat gets a unique ID , and all messages are saved in a structured JSON file specific to that user. This allows users to revisit previous conversations easily through a personalized sidebar."</a:t>
            </a:r>
            <a:endParaRPr sz="1200">
              <a:solidFill>
                <a:schemeClr val="dk1"/>
              </a:solidFill>
            </a:endParaRPr>
          </a:p>
          <a:p>
            <a:pPr indent="0" lvl="0" marL="0" rtl="0" algn="l">
              <a:lnSpc>
                <a:spcPct val="115000"/>
              </a:lnSpc>
              <a:spcBef>
                <a:spcPts val="900"/>
              </a:spcBef>
              <a:spcAft>
                <a:spcPts val="900"/>
              </a:spcAft>
              <a:buNone/>
            </a:pPr>
            <a:r>
              <a:rPr lang="en" sz="1200">
                <a:solidFill>
                  <a:schemeClr val="dk1"/>
                </a:solidFill>
              </a:rPr>
              <a:t>"The chat ID in this JSON file also connects to Bryan’s backend system using SQLite , so we ensure seamless history tracking across both frontend and backend.</a:t>
            </a:r>
            <a:endParaRPr sz="120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5aab1a11c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35aab1a11c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35aab1a11c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35aab1a11c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4b5ddab0b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34b5ddab0b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343" y="1010425"/>
            <a:ext cx="4709100" cy="14517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Clr>
                <a:srgbClr val="191919"/>
              </a:buClr>
              <a:buSzPts val="5200"/>
              <a:buNone/>
              <a:defRPr b="0" sz="4200">
                <a:latin typeface="Dela Gothic One"/>
                <a:ea typeface="Dela Gothic One"/>
                <a:cs typeface="Dela Gothic One"/>
                <a:sym typeface="Dela Gothic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grpSp>
        <p:nvGrpSpPr>
          <p:cNvPr id="10" name="Google Shape;10;p2"/>
          <p:cNvGrpSpPr/>
          <p:nvPr/>
        </p:nvGrpSpPr>
        <p:grpSpPr>
          <a:xfrm>
            <a:off x="326250" y="4505375"/>
            <a:ext cx="8491500" cy="318625"/>
            <a:chOff x="326250" y="4505375"/>
            <a:chExt cx="8491500" cy="318625"/>
          </a:xfrm>
        </p:grpSpPr>
        <p:sp>
          <p:nvSpPr>
            <p:cNvPr id="11" name="Google Shape;11;p2"/>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2" name="Google Shape;12;p2"/>
            <p:cNvGrpSpPr/>
            <p:nvPr/>
          </p:nvGrpSpPr>
          <p:grpSpPr>
            <a:xfrm>
              <a:off x="8361877" y="4505375"/>
              <a:ext cx="455613" cy="318598"/>
              <a:chOff x="8362100" y="4505388"/>
              <a:chExt cx="455613" cy="315913"/>
            </a:xfrm>
          </p:grpSpPr>
          <p:sp>
            <p:nvSpPr>
              <p:cNvPr id="13" name="Google Shape;13;p2"/>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 name="Google Shape;14;p2"/>
              <p:cNvGrpSpPr/>
              <p:nvPr/>
            </p:nvGrpSpPr>
            <p:grpSpPr>
              <a:xfrm>
                <a:off x="8477349" y="4595021"/>
                <a:ext cx="161419" cy="156795"/>
                <a:chOff x="10138900" y="2314588"/>
                <a:chExt cx="165101" cy="160338"/>
              </a:xfrm>
            </p:grpSpPr>
            <p:sp>
              <p:nvSpPr>
                <p:cNvPr id="15" name="Google Shape;15;p2"/>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17" name="Google Shape;17;p2"/>
          <p:cNvSpPr txBox="1"/>
          <p:nvPr>
            <p:ph idx="1" type="subTitle"/>
          </p:nvPr>
        </p:nvSpPr>
        <p:spPr>
          <a:xfrm>
            <a:off x="713225" y="2529275"/>
            <a:ext cx="4709100" cy="31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8" name="Google Shape;18;p2"/>
          <p:cNvGrpSpPr/>
          <p:nvPr/>
        </p:nvGrpSpPr>
        <p:grpSpPr>
          <a:xfrm>
            <a:off x="326225" y="228100"/>
            <a:ext cx="1156134" cy="311400"/>
            <a:chOff x="326225" y="228100"/>
            <a:chExt cx="1156134" cy="311400"/>
          </a:xfrm>
        </p:grpSpPr>
        <p:grpSp>
          <p:nvGrpSpPr>
            <p:cNvPr id="19" name="Google Shape;19;p2"/>
            <p:cNvGrpSpPr/>
            <p:nvPr/>
          </p:nvGrpSpPr>
          <p:grpSpPr>
            <a:xfrm>
              <a:off x="752642" y="228100"/>
              <a:ext cx="303300" cy="311400"/>
              <a:chOff x="752642" y="228100"/>
              <a:chExt cx="303300" cy="311400"/>
            </a:xfrm>
          </p:grpSpPr>
          <p:sp>
            <p:nvSpPr>
              <p:cNvPr id="20" name="Google Shape;20;p2"/>
              <p:cNvSpPr/>
              <p:nvPr/>
            </p:nvSpPr>
            <p:spPr>
              <a:xfrm>
                <a:off x="752642"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 name="Google Shape;21;p2"/>
              <p:cNvSpPr/>
              <p:nvPr/>
            </p:nvSpPr>
            <p:spPr>
              <a:xfrm>
                <a:off x="801842"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2" name="Google Shape;22;p2"/>
            <p:cNvGrpSpPr/>
            <p:nvPr/>
          </p:nvGrpSpPr>
          <p:grpSpPr>
            <a:xfrm>
              <a:off x="1179059" y="228100"/>
              <a:ext cx="303300" cy="311400"/>
              <a:chOff x="1179059" y="228100"/>
              <a:chExt cx="303300" cy="311400"/>
            </a:xfrm>
          </p:grpSpPr>
          <p:sp>
            <p:nvSpPr>
              <p:cNvPr id="23" name="Google Shape;23;p2"/>
              <p:cNvSpPr/>
              <p:nvPr/>
            </p:nvSpPr>
            <p:spPr>
              <a:xfrm>
                <a:off x="1179059"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 name="Google Shape;24;p2"/>
              <p:cNvSpPr/>
              <p:nvPr/>
            </p:nvSpPr>
            <p:spPr>
              <a:xfrm>
                <a:off x="1245959"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5" name="Google Shape;25;p2"/>
            <p:cNvGrpSpPr/>
            <p:nvPr/>
          </p:nvGrpSpPr>
          <p:grpSpPr>
            <a:xfrm>
              <a:off x="326225" y="228100"/>
              <a:ext cx="303300" cy="311400"/>
              <a:chOff x="326225" y="228100"/>
              <a:chExt cx="303300" cy="311400"/>
            </a:xfrm>
          </p:grpSpPr>
          <p:sp>
            <p:nvSpPr>
              <p:cNvPr id="26" name="Google Shape;26;p2"/>
              <p:cNvSpPr/>
              <p:nvPr/>
            </p:nvSpPr>
            <p:spPr>
              <a:xfrm>
                <a:off x="326225"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7" name="Google Shape;27;p2"/>
              <p:cNvGrpSpPr/>
              <p:nvPr/>
            </p:nvGrpSpPr>
            <p:grpSpPr>
              <a:xfrm>
                <a:off x="381693" y="299201"/>
                <a:ext cx="192347" cy="156850"/>
                <a:chOff x="2244725" y="192088"/>
                <a:chExt cx="7724774" cy="6299200"/>
              </a:xfrm>
            </p:grpSpPr>
            <p:sp>
              <p:nvSpPr>
                <p:cNvPr id="28" name="Google Shape;28;p2"/>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
          <p:cNvSpPr txBox="1"/>
          <p:nvPr>
            <p:ph type="title"/>
          </p:nvPr>
        </p:nvSpPr>
        <p:spPr>
          <a:xfrm>
            <a:off x="4047175" y="2724653"/>
            <a:ext cx="4383600" cy="10311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b="0" sz="4200">
                <a:latin typeface="Dela Gothic One"/>
                <a:ea typeface="Dela Gothic One"/>
                <a:cs typeface="Dela Gothic One"/>
                <a:sym typeface="Dela Gothic 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4" name="Google Shape;34;p3"/>
          <p:cNvSpPr txBox="1"/>
          <p:nvPr>
            <p:ph hasCustomPrompt="1" idx="2" type="title"/>
          </p:nvPr>
        </p:nvSpPr>
        <p:spPr>
          <a:xfrm>
            <a:off x="7195075" y="1806613"/>
            <a:ext cx="1235700" cy="8418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b="0" sz="4200">
                <a:solidFill>
                  <a:schemeClr val="lt1"/>
                </a:solidFill>
                <a:latin typeface="Dela Gothic One"/>
                <a:ea typeface="Dela Gothic One"/>
                <a:cs typeface="Dela Gothic One"/>
                <a:sym typeface="Dela Gothic One"/>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35" name="Google Shape;35;p3"/>
          <p:cNvGrpSpPr/>
          <p:nvPr/>
        </p:nvGrpSpPr>
        <p:grpSpPr>
          <a:xfrm>
            <a:off x="7661600" y="228100"/>
            <a:ext cx="1156134" cy="311400"/>
            <a:chOff x="7661600" y="228100"/>
            <a:chExt cx="1156134" cy="311400"/>
          </a:xfrm>
        </p:grpSpPr>
        <p:sp>
          <p:nvSpPr>
            <p:cNvPr id="36" name="Google Shape;36;p3"/>
            <p:cNvSpPr/>
            <p:nvPr/>
          </p:nvSpPr>
          <p:spPr>
            <a:xfrm>
              <a:off x="7661600"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7" name="Google Shape;37;p3"/>
            <p:cNvSpPr/>
            <p:nvPr/>
          </p:nvSpPr>
          <p:spPr>
            <a:xfrm>
              <a:off x="8088017"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 name="Google Shape;38;p3"/>
            <p:cNvSpPr/>
            <p:nvPr/>
          </p:nvSpPr>
          <p:spPr>
            <a:xfrm>
              <a:off x="8514434"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 name="Google Shape;39;p3"/>
            <p:cNvSpPr/>
            <p:nvPr/>
          </p:nvSpPr>
          <p:spPr>
            <a:xfrm>
              <a:off x="8137217"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 name="Google Shape;40;p3"/>
            <p:cNvSpPr/>
            <p:nvPr/>
          </p:nvSpPr>
          <p:spPr>
            <a:xfrm>
              <a:off x="8581334"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1" name="Google Shape;41;p3"/>
            <p:cNvGrpSpPr/>
            <p:nvPr/>
          </p:nvGrpSpPr>
          <p:grpSpPr>
            <a:xfrm>
              <a:off x="7717068" y="305376"/>
              <a:ext cx="192347" cy="156850"/>
              <a:chOff x="2244725" y="192088"/>
              <a:chExt cx="7724774" cy="6299200"/>
            </a:xfrm>
          </p:grpSpPr>
          <p:sp>
            <p:nvSpPr>
              <p:cNvPr id="42" name="Google Shape;42;p3"/>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3"/>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3"/>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3"/>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6" name="Google Shape;46;p3"/>
          <p:cNvGrpSpPr/>
          <p:nvPr/>
        </p:nvGrpSpPr>
        <p:grpSpPr>
          <a:xfrm>
            <a:off x="326250" y="4505375"/>
            <a:ext cx="8491500" cy="318625"/>
            <a:chOff x="326250" y="4505375"/>
            <a:chExt cx="8491500" cy="318625"/>
          </a:xfrm>
        </p:grpSpPr>
        <p:sp>
          <p:nvSpPr>
            <p:cNvPr id="47" name="Google Shape;47;p3"/>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48" name="Google Shape;48;p3"/>
            <p:cNvGrpSpPr/>
            <p:nvPr/>
          </p:nvGrpSpPr>
          <p:grpSpPr>
            <a:xfrm>
              <a:off x="8361877" y="4505375"/>
              <a:ext cx="455613" cy="318598"/>
              <a:chOff x="8362100" y="4505388"/>
              <a:chExt cx="455613" cy="315913"/>
            </a:xfrm>
          </p:grpSpPr>
          <p:sp>
            <p:nvSpPr>
              <p:cNvPr id="49" name="Google Shape;49;p3"/>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0" name="Google Shape;50;p3"/>
              <p:cNvGrpSpPr/>
              <p:nvPr/>
            </p:nvGrpSpPr>
            <p:grpSpPr>
              <a:xfrm>
                <a:off x="8477349" y="4595021"/>
                <a:ext cx="161419" cy="156795"/>
                <a:chOff x="10138900" y="2314588"/>
                <a:chExt cx="165101" cy="160338"/>
              </a:xfrm>
            </p:grpSpPr>
            <p:sp>
              <p:nvSpPr>
                <p:cNvPr id="51" name="Google Shape;51;p3"/>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 name="Google Shape;52;p3"/>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3" name="Shape 53"/>
        <p:cNvGrpSpPr/>
        <p:nvPr/>
      </p:nvGrpSpPr>
      <p:grpSpPr>
        <a:xfrm>
          <a:off x="0" y="0"/>
          <a:ext cx="0" cy="0"/>
          <a:chOff x="0" y="0"/>
          <a:chExt cx="0" cy="0"/>
        </a:xfrm>
      </p:grpSpPr>
      <p:sp>
        <p:nvSpPr>
          <p:cNvPr id="54" name="Google Shape;5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5" name="Google Shape;55;p4"/>
          <p:cNvSpPr txBox="1"/>
          <p:nvPr>
            <p:ph idx="1" type="body"/>
          </p:nvPr>
        </p:nvSpPr>
        <p:spPr>
          <a:xfrm>
            <a:off x="720000" y="1017726"/>
            <a:ext cx="7704000" cy="400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atin typeface="Barlow"/>
                <a:ea typeface="Barlow"/>
                <a:cs typeface="Barlow"/>
                <a:sym typeface="Barlow"/>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56" name="Google Shape;56;p4"/>
          <p:cNvGrpSpPr/>
          <p:nvPr/>
        </p:nvGrpSpPr>
        <p:grpSpPr>
          <a:xfrm>
            <a:off x="7664750" y="3164138"/>
            <a:ext cx="2601950" cy="2162451"/>
            <a:chOff x="7664750" y="3164138"/>
            <a:chExt cx="2601950" cy="2162451"/>
          </a:xfrm>
        </p:grpSpPr>
        <p:grpSp>
          <p:nvGrpSpPr>
            <p:cNvPr id="57" name="Google Shape;57;p4"/>
            <p:cNvGrpSpPr/>
            <p:nvPr/>
          </p:nvGrpSpPr>
          <p:grpSpPr>
            <a:xfrm>
              <a:off x="7664750" y="4489513"/>
              <a:ext cx="877888" cy="469900"/>
              <a:chOff x="7327075" y="3825188"/>
              <a:chExt cx="877888" cy="469900"/>
            </a:xfrm>
          </p:grpSpPr>
          <p:sp>
            <p:nvSpPr>
              <p:cNvPr id="58" name="Google Shape;58;p4"/>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9" name="Google Shape;59;p4"/>
              <p:cNvGrpSpPr/>
              <p:nvPr/>
            </p:nvGrpSpPr>
            <p:grpSpPr>
              <a:xfrm>
                <a:off x="7435371" y="3940000"/>
                <a:ext cx="667073" cy="204775"/>
                <a:chOff x="5848350" y="2788450"/>
                <a:chExt cx="1285800" cy="204775"/>
              </a:xfrm>
            </p:grpSpPr>
            <p:cxnSp>
              <p:nvCxnSpPr>
                <p:cNvPr id="60" name="Google Shape;60;p4"/>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61" name="Google Shape;61;p4"/>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62" name="Google Shape;62;p4"/>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63" name="Google Shape;63;p4"/>
            <p:cNvGrpSpPr/>
            <p:nvPr/>
          </p:nvGrpSpPr>
          <p:grpSpPr>
            <a:xfrm>
              <a:off x="8722063" y="4797950"/>
              <a:ext cx="1544638" cy="528638"/>
              <a:chOff x="5728088" y="2646488"/>
              <a:chExt cx="1544638" cy="528638"/>
            </a:xfrm>
          </p:grpSpPr>
          <p:sp>
            <p:nvSpPr>
              <p:cNvPr id="64" name="Google Shape;64;p4"/>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5" name="Google Shape;65;p4"/>
              <p:cNvGrpSpPr/>
              <p:nvPr/>
            </p:nvGrpSpPr>
            <p:grpSpPr>
              <a:xfrm>
                <a:off x="5857513" y="2784594"/>
                <a:ext cx="1285800" cy="204775"/>
                <a:chOff x="5848350" y="2788450"/>
                <a:chExt cx="1285800" cy="204775"/>
              </a:xfrm>
            </p:grpSpPr>
            <p:cxnSp>
              <p:nvCxnSpPr>
                <p:cNvPr id="66" name="Google Shape;66;p4"/>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7" name="Google Shape;67;p4"/>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8" name="Google Shape;68;p4"/>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69" name="Google Shape;69;p4"/>
            <p:cNvGrpSpPr/>
            <p:nvPr/>
          </p:nvGrpSpPr>
          <p:grpSpPr>
            <a:xfrm>
              <a:off x="8722076" y="3164138"/>
              <a:ext cx="879475" cy="1439864"/>
              <a:chOff x="704550" y="2022613"/>
              <a:chExt cx="879475" cy="1439864"/>
            </a:xfrm>
          </p:grpSpPr>
          <p:sp>
            <p:nvSpPr>
              <p:cNvPr id="70" name="Google Shape;70;p4"/>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71" name="Google Shape;71;p4"/>
              <p:cNvGrpSpPr/>
              <p:nvPr/>
            </p:nvGrpSpPr>
            <p:grpSpPr>
              <a:xfrm>
                <a:off x="839488" y="2182413"/>
                <a:ext cx="609600" cy="1117540"/>
                <a:chOff x="7453338" y="715125"/>
                <a:chExt cx="609600" cy="1117540"/>
              </a:xfrm>
            </p:grpSpPr>
            <p:cxnSp>
              <p:nvCxnSpPr>
                <p:cNvPr id="72" name="Google Shape;72;p4"/>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3" name="Google Shape;73;p4"/>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4" name="Google Shape;74;p4"/>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4"/>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6" name="Google Shape;76;p4"/>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7" name="Google Shape;77;p4"/>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8" name="Google Shape;78;p4"/>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9" name="Google Shape;79;p4"/>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 name="Google Shape;80;p4"/>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1" name="Google Shape;81;p4"/>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2" name="Google Shape;82;p4"/>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3" name="Google Shape;83;p4"/>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84" name="Google Shape;84;p4"/>
          <p:cNvGrpSpPr/>
          <p:nvPr/>
        </p:nvGrpSpPr>
        <p:grpSpPr>
          <a:xfrm>
            <a:off x="8239350" y="4025350"/>
            <a:ext cx="303300" cy="311400"/>
            <a:chOff x="2839200" y="971900"/>
            <a:chExt cx="303300" cy="311400"/>
          </a:xfrm>
        </p:grpSpPr>
        <p:sp>
          <p:nvSpPr>
            <p:cNvPr id="85" name="Google Shape;85;p4"/>
            <p:cNvSpPr/>
            <p:nvPr/>
          </p:nvSpPr>
          <p:spPr>
            <a:xfrm>
              <a:off x="2839200"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86" name="Google Shape;86;p4"/>
            <p:cNvGrpSpPr/>
            <p:nvPr/>
          </p:nvGrpSpPr>
          <p:grpSpPr>
            <a:xfrm>
              <a:off x="2914719" y="1052200"/>
              <a:ext cx="152262" cy="150801"/>
              <a:chOff x="2909088" y="1041076"/>
              <a:chExt cx="163512" cy="161925"/>
            </a:xfrm>
          </p:grpSpPr>
          <p:sp>
            <p:nvSpPr>
              <p:cNvPr id="87" name="Google Shape;87;p4"/>
              <p:cNvSpPr/>
              <p:nvPr/>
            </p:nvSpPr>
            <p:spPr>
              <a:xfrm>
                <a:off x="2909088" y="1041075"/>
                <a:ext cx="130175" cy="128588"/>
              </a:xfrm>
              <a:custGeom>
                <a:rect b="b" l="l" r="r" t="t"/>
                <a:pathLst>
                  <a:path extrusionOk="0" h="54" w="54">
                    <a:moveTo>
                      <a:pt x="27" y="54"/>
                    </a:moveTo>
                    <a:cubicBezTo>
                      <a:pt x="12" y="54"/>
                      <a:pt x="0" y="42"/>
                      <a:pt x="0" y="27"/>
                    </a:cubicBezTo>
                    <a:cubicBezTo>
                      <a:pt x="0" y="12"/>
                      <a:pt x="12" y="0"/>
                      <a:pt x="27" y="0"/>
                    </a:cubicBezTo>
                    <a:cubicBezTo>
                      <a:pt x="42" y="0"/>
                      <a:pt x="54" y="12"/>
                      <a:pt x="54" y="27"/>
                    </a:cubicBezTo>
                    <a:cubicBezTo>
                      <a:pt x="54" y="42"/>
                      <a:pt x="42" y="54"/>
                      <a:pt x="27" y="54"/>
                    </a:cubicBezTo>
                    <a:close/>
                    <a:moveTo>
                      <a:pt x="27" y="4"/>
                    </a:moveTo>
                    <a:cubicBezTo>
                      <a:pt x="14" y="4"/>
                      <a:pt x="4" y="14"/>
                      <a:pt x="4" y="27"/>
                    </a:cubicBezTo>
                    <a:cubicBezTo>
                      <a:pt x="4" y="40"/>
                      <a:pt x="14" y="50"/>
                      <a:pt x="27" y="50"/>
                    </a:cubicBezTo>
                    <a:cubicBezTo>
                      <a:pt x="40" y="50"/>
                      <a:pt x="50" y="40"/>
                      <a:pt x="50" y="27"/>
                    </a:cubicBezTo>
                    <a:cubicBezTo>
                      <a:pt x="50" y="14"/>
                      <a:pt x="40" y="4"/>
                      <a:pt x="27"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4"/>
              <p:cNvSpPr/>
              <p:nvPr/>
            </p:nvSpPr>
            <p:spPr>
              <a:xfrm>
                <a:off x="3015450" y="1145851"/>
                <a:ext cx="57150" cy="57150"/>
              </a:xfrm>
              <a:custGeom>
                <a:rect b="b" l="l" r="r" t="t"/>
                <a:pathLst>
                  <a:path extrusionOk="0" h="24" w="24">
                    <a:moveTo>
                      <a:pt x="22" y="24"/>
                    </a:moveTo>
                    <a:cubicBezTo>
                      <a:pt x="21" y="24"/>
                      <a:pt x="21" y="24"/>
                      <a:pt x="20" y="23"/>
                    </a:cubicBezTo>
                    <a:cubicBezTo>
                      <a:pt x="0" y="3"/>
                      <a:pt x="0" y="3"/>
                      <a:pt x="0" y="3"/>
                    </a:cubicBezTo>
                    <a:cubicBezTo>
                      <a:pt x="0" y="3"/>
                      <a:pt x="0" y="1"/>
                      <a:pt x="0" y="0"/>
                    </a:cubicBezTo>
                    <a:cubicBezTo>
                      <a:pt x="1" y="0"/>
                      <a:pt x="3" y="0"/>
                      <a:pt x="3" y="0"/>
                    </a:cubicBezTo>
                    <a:cubicBezTo>
                      <a:pt x="23" y="20"/>
                      <a:pt x="23" y="20"/>
                      <a:pt x="23" y="20"/>
                    </a:cubicBezTo>
                    <a:cubicBezTo>
                      <a:pt x="24" y="21"/>
                      <a:pt x="24" y="22"/>
                      <a:pt x="23" y="23"/>
                    </a:cubicBezTo>
                    <a:cubicBezTo>
                      <a:pt x="23" y="24"/>
                      <a:pt x="22" y="24"/>
                      <a:pt x="22" y="2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cxnSp>
        <p:nvCxnSpPr>
          <p:cNvPr id="89" name="Google Shape;89;p4"/>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0" name="Shape 90"/>
        <p:cNvGrpSpPr/>
        <p:nvPr/>
      </p:nvGrpSpPr>
      <p:grpSpPr>
        <a:xfrm>
          <a:off x="0" y="0"/>
          <a:ext cx="0" cy="0"/>
          <a:chOff x="0" y="0"/>
          <a:chExt cx="0" cy="0"/>
        </a:xfrm>
      </p:grpSpPr>
      <p:sp>
        <p:nvSpPr>
          <p:cNvPr id="91" name="Google Shape;9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 name="Google Shape;92;p5"/>
          <p:cNvSpPr txBox="1"/>
          <p:nvPr>
            <p:ph idx="1" type="subTitle"/>
          </p:nvPr>
        </p:nvSpPr>
        <p:spPr>
          <a:xfrm>
            <a:off x="4923249" y="2630674"/>
            <a:ext cx="25056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3" name="Google Shape;93;p5"/>
          <p:cNvSpPr txBox="1"/>
          <p:nvPr>
            <p:ph idx="2" type="subTitle"/>
          </p:nvPr>
        </p:nvSpPr>
        <p:spPr>
          <a:xfrm>
            <a:off x="1715375" y="2630674"/>
            <a:ext cx="25056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4" name="Google Shape;94;p5"/>
          <p:cNvSpPr txBox="1"/>
          <p:nvPr>
            <p:ph idx="3" type="subTitle"/>
          </p:nvPr>
        </p:nvSpPr>
        <p:spPr>
          <a:xfrm>
            <a:off x="1715375" y="2227853"/>
            <a:ext cx="2505600" cy="482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95" name="Google Shape;95;p5"/>
          <p:cNvSpPr txBox="1"/>
          <p:nvPr>
            <p:ph idx="4" type="subTitle"/>
          </p:nvPr>
        </p:nvSpPr>
        <p:spPr>
          <a:xfrm>
            <a:off x="4923250" y="2227853"/>
            <a:ext cx="2505600" cy="482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96" name="Google Shape;96;p5"/>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97" name="Google Shape;97;p5"/>
          <p:cNvGrpSpPr/>
          <p:nvPr/>
        </p:nvGrpSpPr>
        <p:grpSpPr>
          <a:xfrm>
            <a:off x="7273500" y="2478263"/>
            <a:ext cx="2036750" cy="2560812"/>
            <a:chOff x="7273500" y="2478263"/>
            <a:chExt cx="2036750" cy="2560812"/>
          </a:xfrm>
        </p:grpSpPr>
        <p:grpSp>
          <p:nvGrpSpPr>
            <p:cNvPr id="98" name="Google Shape;98;p5"/>
            <p:cNvGrpSpPr/>
            <p:nvPr/>
          </p:nvGrpSpPr>
          <p:grpSpPr>
            <a:xfrm>
              <a:off x="7273500" y="4720475"/>
              <a:ext cx="1544651" cy="318600"/>
              <a:chOff x="6043400" y="3591300"/>
              <a:chExt cx="1544651" cy="318600"/>
            </a:xfrm>
          </p:grpSpPr>
          <p:sp>
            <p:nvSpPr>
              <p:cNvPr id="99" name="Google Shape;99;p5"/>
              <p:cNvSpPr/>
              <p:nvPr/>
            </p:nvSpPr>
            <p:spPr>
              <a:xfrm>
                <a:off x="6043400" y="3591300"/>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0" name="Google Shape;100;p5"/>
              <p:cNvGrpSpPr/>
              <p:nvPr/>
            </p:nvGrpSpPr>
            <p:grpSpPr>
              <a:xfrm>
                <a:off x="6141952" y="3680050"/>
                <a:ext cx="1369506" cy="102388"/>
                <a:chOff x="5848350" y="2788450"/>
                <a:chExt cx="1285800" cy="102388"/>
              </a:xfrm>
            </p:grpSpPr>
            <p:cxnSp>
              <p:nvCxnSpPr>
                <p:cNvPr id="101" name="Google Shape;101;p5"/>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02" name="Google Shape;102;p5"/>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3" name="Google Shape;103;p5"/>
            <p:cNvGrpSpPr/>
            <p:nvPr/>
          </p:nvGrpSpPr>
          <p:grpSpPr>
            <a:xfrm>
              <a:off x="8430776" y="2478263"/>
              <a:ext cx="879475" cy="1439864"/>
              <a:chOff x="704550" y="2022613"/>
              <a:chExt cx="879475" cy="1439864"/>
            </a:xfrm>
          </p:grpSpPr>
          <p:sp>
            <p:nvSpPr>
              <p:cNvPr id="104" name="Google Shape;104;p5"/>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05" name="Google Shape;105;p5"/>
              <p:cNvGrpSpPr/>
              <p:nvPr/>
            </p:nvGrpSpPr>
            <p:grpSpPr>
              <a:xfrm>
                <a:off x="839488" y="2182413"/>
                <a:ext cx="609600" cy="1117540"/>
                <a:chOff x="7453338" y="715125"/>
                <a:chExt cx="609600" cy="1117540"/>
              </a:xfrm>
            </p:grpSpPr>
            <p:cxnSp>
              <p:nvCxnSpPr>
                <p:cNvPr id="106" name="Google Shape;106;p5"/>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7" name="Google Shape;107;p5"/>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8" name="Google Shape;108;p5"/>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9" name="Google Shape;109;p5"/>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0" name="Google Shape;110;p5"/>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 name="Google Shape;111;p5"/>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2" name="Google Shape;112;p5"/>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3" name="Google Shape;113;p5"/>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4" name="Google Shape;114;p5"/>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5"/>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6" name="Google Shape;116;p5"/>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7" name="Google Shape;117;p5"/>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18" name="Google Shape;118;p5"/>
            <p:cNvGrpSpPr/>
            <p:nvPr/>
          </p:nvGrpSpPr>
          <p:grpSpPr>
            <a:xfrm>
              <a:off x="7940250" y="4134088"/>
              <a:ext cx="877888" cy="469900"/>
              <a:chOff x="7327075" y="3825188"/>
              <a:chExt cx="877888" cy="469900"/>
            </a:xfrm>
          </p:grpSpPr>
          <p:sp>
            <p:nvSpPr>
              <p:cNvPr id="119" name="Google Shape;119;p5"/>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0" name="Google Shape;120;p5"/>
              <p:cNvGrpSpPr/>
              <p:nvPr/>
            </p:nvGrpSpPr>
            <p:grpSpPr>
              <a:xfrm>
                <a:off x="7435371" y="3940000"/>
                <a:ext cx="667073" cy="204775"/>
                <a:chOff x="5848350" y="2788450"/>
                <a:chExt cx="1285800" cy="204775"/>
              </a:xfrm>
            </p:grpSpPr>
            <p:cxnSp>
              <p:nvCxnSpPr>
                <p:cNvPr id="121" name="Google Shape;121;p5"/>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22" name="Google Shape;122;p5"/>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23" name="Google Shape;123;p5"/>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124" name="Google Shape;124;p5"/>
          <p:cNvGrpSpPr/>
          <p:nvPr/>
        </p:nvGrpSpPr>
        <p:grpSpPr>
          <a:xfrm>
            <a:off x="7989842" y="3606725"/>
            <a:ext cx="303300" cy="311400"/>
            <a:chOff x="1663317" y="971900"/>
            <a:chExt cx="303300" cy="311400"/>
          </a:xfrm>
        </p:grpSpPr>
        <p:sp>
          <p:nvSpPr>
            <p:cNvPr id="125" name="Google Shape;125;p5"/>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6" name="Google Shape;126;p5"/>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29" name="Google Shape;129;p6"/>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130" name="Google Shape;130;p6"/>
          <p:cNvGrpSpPr/>
          <p:nvPr/>
        </p:nvGrpSpPr>
        <p:grpSpPr>
          <a:xfrm>
            <a:off x="8164142" y="228100"/>
            <a:ext cx="303300" cy="311400"/>
            <a:chOff x="1663317" y="971900"/>
            <a:chExt cx="303300" cy="311400"/>
          </a:xfrm>
        </p:grpSpPr>
        <p:sp>
          <p:nvSpPr>
            <p:cNvPr id="131" name="Google Shape;131;p6"/>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 name="Google Shape;132;p6"/>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33" name="Google Shape;133;p6"/>
          <p:cNvGrpSpPr/>
          <p:nvPr/>
        </p:nvGrpSpPr>
        <p:grpSpPr>
          <a:xfrm>
            <a:off x="7063775" y="-305037"/>
            <a:ext cx="2663974" cy="2031654"/>
            <a:chOff x="7063775" y="-305037"/>
            <a:chExt cx="2663974" cy="2031654"/>
          </a:xfrm>
        </p:grpSpPr>
        <p:grpSp>
          <p:nvGrpSpPr>
            <p:cNvPr id="134" name="Google Shape;134;p6"/>
            <p:cNvGrpSpPr/>
            <p:nvPr/>
          </p:nvGrpSpPr>
          <p:grpSpPr>
            <a:xfrm>
              <a:off x="7063775" y="-147262"/>
              <a:ext cx="877888" cy="469900"/>
              <a:chOff x="6736325" y="4051538"/>
              <a:chExt cx="877888" cy="469900"/>
            </a:xfrm>
          </p:grpSpPr>
          <p:sp>
            <p:nvSpPr>
              <p:cNvPr id="135" name="Google Shape;135;p6"/>
              <p:cNvSpPr/>
              <p:nvPr/>
            </p:nvSpPr>
            <p:spPr>
              <a:xfrm>
                <a:off x="6736325" y="405153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6" name="Google Shape;136;p6"/>
              <p:cNvGrpSpPr/>
              <p:nvPr/>
            </p:nvGrpSpPr>
            <p:grpSpPr>
              <a:xfrm>
                <a:off x="6844621" y="4166350"/>
                <a:ext cx="667073" cy="204775"/>
                <a:chOff x="5848350" y="2788450"/>
                <a:chExt cx="1285800" cy="204775"/>
              </a:xfrm>
            </p:grpSpPr>
            <p:cxnSp>
              <p:nvCxnSpPr>
                <p:cNvPr id="137" name="Google Shape;137;p6"/>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38" name="Google Shape;138;p6"/>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39" name="Google Shape;139;p6"/>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40" name="Google Shape;140;p6"/>
            <p:cNvGrpSpPr/>
            <p:nvPr/>
          </p:nvGrpSpPr>
          <p:grpSpPr>
            <a:xfrm>
              <a:off x="8632826" y="-305037"/>
              <a:ext cx="879475" cy="1439864"/>
              <a:chOff x="704550" y="2022613"/>
              <a:chExt cx="879475" cy="1439864"/>
            </a:xfrm>
          </p:grpSpPr>
          <p:sp>
            <p:nvSpPr>
              <p:cNvPr id="141" name="Google Shape;141;p6"/>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42" name="Google Shape;142;p6"/>
              <p:cNvGrpSpPr/>
              <p:nvPr/>
            </p:nvGrpSpPr>
            <p:grpSpPr>
              <a:xfrm>
                <a:off x="839488" y="2182413"/>
                <a:ext cx="609600" cy="1117540"/>
                <a:chOff x="7453338" y="715125"/>
                <a:chExt cx="609600" cy="1117540"/>
              </a:xfrm>
            </p:grpSpPr>
            <p:cxnSp>
              <p:nvCxnSpPr>
                <p:cNvPr id="143" name="Google Shape;143;p6"/>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44" name="Google Shape;144;p6"/>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45" name="Google Shape;145;p6"/>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46" name="Google Shape;146;p6"/>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47" name="Google Shape;147;p6"/>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6"/>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49" name="Google Shape;149;p6"/>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50" name="Google Shape;150;p6"/>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6"/>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52" name="Google Shape;152;p6"/>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53" name="Google Shape;153;p6"/>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54" name="Google Shape;154;p6"/>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55" name="Google Shape;155;p6"/>
            <p:cNvGrpSpPr/>
            <p:nvPr/>
          </p:nvGrpSpPr>
          <p:grpSpPr>
            <a:xfrm flipH="1">
              <a:off x="8632825" y="1296067"/>
              <a:ext cx="1094925" cy="430550"/>
              <a:chOff x="1862850" y="1718717"/>
              <a:chExt cx="1094925" cy="430550"/>
            </a:xfrm>
          </p:grpSpPr>
          <p:sp>
            <p:nvSpPr>
              <p:cNvPr id="156" name="Google Shape;156;p6"/>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57" name="Google Shape;157;p6"/>
              <p:cNvGrpSpPr/>
              <p:nvPr/>
            </p:nvGrpSpPr>
            <p:grpSpPr>
              <a:xfrm>
                <a:off x="1978095" y="1808221"/>
                <a:ext cx="877866" cy="203169"/>
                <a:chOff x="2181677" y="2165344"/>
                <a:chExt cx="674400" cy="203189"/>
              </a:xfrm>
            </p:grpSpPr>
            <p:cxnSp>
              <p:nvCxnSpPr>
                <p:cNvPr id="158" name="Google Shape;158;p6"/>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59" name="Google Shape;159;p6"/>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60" name="Google Shape;160;p6"/>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1" name="Shape 161"/>
        <p:cNvGrpSpPr/>
        <p:nvPr/>
      </p:nvGrpSpPr>
      <p:grpSpPr>
        <a:xfrm>
          <a:off x="0" y="0"/>
          <a:ext cx="0" cy="0"/>
          <a:chOff x="0" y="0"/>
          <a:chExt cx="0" cy="0"/>
        </a:xfrm>
      </p:grpSpPr>
      <p:sp>
        <p:nvSpPr>
          <p:cNvPr id="162" name="Google Shape;162;p7"/>
          <p:cNvSpPr txBox="1"/>
          <p:nvPr>
            <p:ph type="title"/>
          </p:nvPr>
        </p:nvSpPr>
        <p:spPr>
          <a:xfrm>
            <a:off x="713225" y="1073175"/>
            <a:ext cx="4294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3" name="Google Shape;163;p7"/>
          <p:cNvSpPr txBox="1"/>
          <p:nvPr>
            <p:ph idx="1" type="subTitle"/>
          </p:nvPr>
        </p:nvSpPr>
        <p:spPr>
          <a:xfrm>
            <a:off x="1273675" y="1695175"/>
            <a:ext cx="3419400" cy="246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Font typeface="Nunito Light"/>
              <a:buChar char="●"/>
              <a:defRPr>
                <a:latin typeface="Barlow"/>
                <a:ea typeface="Barlow"/>
                <a:cs typeface="Barlow"/>
                <a:sym typeface="Barlow"/>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0"/>
              </a:spcBef>
              <a:spcAft>
                <a:spcPts val="0"/>
              </a:spcAft>
              <a:buClr>
                <a:srgbClr val="E76A28"/>
              </a:buClr>
              <a:buSzPts val="1200"/>
              <a:buFont typeface="Nunito Light"/>
              <a:buChar char="■"/>
              <a:defRPr/>
            </a:lvl3pPr>
            <a:lvl4pPr lvl="3" rtl="0" algn="ctr">
              <a:lnSpc>
                <a:spcPct val="100000"/>
              </a:lnSpc>
              <a:spcBef>
                <a:spcPts val="0"/>
              </a:spcBef>
              <a:spcAft>
                <a:spcPts val="0"/>
              </a:spcAft>
              <a:buClr>
                <a:srgbClr val="E76A28"/>
              </a:buClr>
              <a:buSzPts val="12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200"/>
              <a:buFont typeface="Nunito Light"/>
              <a:buChar char="●"/>
              <a:defRPr/>
            </a:lvl7pPr>
            <a:lvl8pPr lvl="7" rtl="0" algn="ctr">
              <a:lnSpc>
                <a:spcPct val="100000"/>
              </a:lnSpc>
              <a:spcBef>
                <a:spcPts val="0"/>
              </a:spcBef>
              <a:spcAft>
                <a:spcPts val="0"/>
              </a:spcAft>
              <a:buClr>
                <a:srgbClr val="999999"/>
              </a:buClr>
              <a:buSzPts val="12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
        <p:nvSpPr>
          <p:cNvPr id="164" name="Google Shape;164;p7"/>
          <p:cNvSpPr/>
          <p:nvPr>
            <p:ph idx="2" type="pic"/>
          </p:nvPr>
        </p:nvSpPr>
        <p:spPr>
          <a:xfrm>
            <a:off x="5227750" y="624375"/>
            <a:ext cx="2511000" cy="3661800"/>
          </a:xfrm>
          <a:prstGeom prst="roundRect">
            <a:avLst>
              <a:gd fmla="val 16667" name="adj"/>
            </a:avLst>
          </a:prstGeom>
          <a:noFill/>
          <a:ln>
            <a:noFill/>
          </a:ln>
        </p:spPr>
      </p:sp>
      <p:grpSp>
        <p:nvGrpSpPr>
          <p:cNvPr id="165" name="Google Shape;165;p7"/>
          <p:cNvGrpSpPr/>
          <p:nvPr/>
        </p:nvGrpSpPr>
        <p:grpSpPr>
          <a:xfrm>
            <a:off x="7055913" y="1909863"/>
            <a:ext cx="2424113" cy="3080763"/>
            <a:chOff x="7055913" y="1909863"/>
            <a:chExt cx="2424113" cy="3080763"/>
          </a:xfrm>
        </p:grpSpPr>
        <p:grpSp>
          <p:nvGrpSpPr>
            <p:cNvPr id="166" name="Google Shape;166;p7"/>
            <p:cNvGrpSpPr/>
            <p:nvPr/>
          </p:nvGrpSpPr>
          <p:grpSpPr>
            <a:xfrm flipH="1">
              <a:off x="7055913" y="4461988"/>
              <a:ext cx="1544638" cy="528638"/>
              <a:chOff x="5728088" y="2646488"/>
              <a:chExt cx="1544638" cy="528638"/>
            </a:xfrm>
          </p:grpSpPr>
          <p:sp>
            <p:nvSpPr>
              <p:cNvPr id="167" name="Google Shape;167;p7"/>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68" name="Google Shape;168;p7"/>
              <p:cNvGrpSpPr/>
              <p:nvPr/>
            </p:nvGrpSpPr>
            <p:grpSpPr>
              <a:xfrm>
                <a:off x="5857513" y="2784594"/>
                <a:ext cx="1285800" cy="204775"/>
                <a:chOff x="5848350" y="2788450"/>
                <a:chExt cx="1285800" cy="204775"/>
              </a:xfrm>
            </p:grpSpPr>
            <p:cxnSp>
              <p:nvCxnSpPr>
                <p:cNvPr id="169" name="Google Shape;169;p7"/>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7"/>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71" name="Google Shape;171;p7"/>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72" name="Google Shape;172;p7"/>
            <p:cNvGrpSpPr/>
            <p:nvPr/>
          </p:nvGrpSpPr>
          <p:grpSpPr>
            <a:xfrm>
              <a:off x="8600550" y="1909863"/>
              <a:ext cx="879475" cy="1439864"/>
              <a:chOff x="8600550" y="1909863"/>
              <a:chExt cx="879475" cy="1439864"/>
            </a:xfrm>
          </p:grpSpPr>
          <p:sp>
            <p:nvSpPr>
              <p:cNvPr id="173" name="Google Shape;173;p7"/>
              <p:cNvSpPr/>
              <p:nvPr/>
            </p:nvSpPr>
            <p:spPr>
              <a:xfrm flipH="1">
                <a:off x="8600551" y="190986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74" name="Google Shape;174;p7"/>
              <p:cNvGrpSpPr/>
              <p:nvPr/>
            </p:nvGrpSpPr>
            <p:grpSpPr>
              <a:xfrm>
                <a:off x="8735488" y="2048188"/>
                <a:ext cx="609600" cy="1117540"/>
                <a:chOff x="7453338" y="715125"/>
                <a:chExt cx="609600" cy="1117540"/>
              </a:xfrm>
            </p:grpSpPr>
            <p:cxnSp>
              <p:nvCxnSpPr>
                <p:cNvPr id="175" name="Google Shape;175;p7"/>
                <p:cNvCxnSpPr/>
                <p:nvPr/>
              </p:nvCxnSpPr>
              <p:spPr>
                <a:xfrm>
                  <a:off x="7453338" y="715125"/>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7"/>
                <p:cNvCxnSpPr/>
                <p:nvPr/>
              </p:nvCxnSpPr>
              <p:spPr>
                <a:xfrm>
                  <a:off x="7453338" y="81672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7"/>
                <p:cNvCxnSpPr/>
                <p:nvPr/>
              </p:nvCxnSpPr>
              <p:spPr>
                <a:xfrm>
                  <a:off x="7453338" y="918314"/>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7"/>
                <p:cNvCxnSpPr/>
                <p:nvPr/>
              </p:nvCxnSpPr>
              <p:spPr>
                <a:xfrm>
                  <a:off x="7453338" y="1019909"/>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7"/>
                <p:cNvCxnSpPr/>
                <p:nvPr/>
              </p:nvCxnSpPr>
              <p:spPr>
                <a:xfrm>
                  <a:off x="7453338" y="1121503"/>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7"/>
                <p:cNvCxnSpPr/>
                <p:nvPr/>
              </p:nvCxnSpPr>
              <p:spPr>
                <a:xfrm>
                  <a:off x="7453338" y="1223098"/>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7"/>
                <p:cNvCxnSpPr/>
                <p:nvPr/>
              </p:nvCxnSpPr>
              <p:spPr>
                <a:xfrm>
                  <a:off x="7453338" y="1324692"/>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7"/>
                <p:cNvCxnSpPr/>
                <p:nvPr/>
              </p:nvCxnSpPr>
              <p:spPr>
                <a:xfrm>
                  <a:off x="7453338" y="1426287"/>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7"/>
                <p:cNvCxnSpPr/>
                <p:nvPr/>
              </p:nvCxnSpPr>
              <p:spPr>
                <a:xfrm>
                  <a:off x="7453338" y="1527881"/>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7"/>
                <p:cNvCxnSpPr/>
                <p:nvPr/>
              </p:nvCxnSpPr>
              <p:spPr>
                <a:xfrm>
                  <a:off x="7453338" y="1629476"/>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7"/>
                <p:cNvCxnSpPr/>
                <p:nvPr/>
              </p:nvCxnSpPr>
              <p:spPr>
                <a:xfrm>
                  <a:off x="7453338" y="173107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7"/>
                <p:cNvCxnSpPr/>
                <p:nvPr/>
              </p:nvCxnSpPr>
              <p:spPr>
                <a:xfrm>
                  <a:off x="7453338" y="1832665"/>
                  <a:ext cx="280200" cy="0"/>
                </a:xfrm>
                <a:prstGeom prst="straightConnector1">
                  <a:avLst/>
                </a:prstGeom>
                <a:noFill/>
                <a:ln cap="flat" cmpd="sng" w="9525">
                  <a:solidFill>
                    <a:schemeClr val="dk2"/>
                  </a:solidFill>
                  <a:prstDash val="solid"/>
                  <a:round/>
                  <a:headEnd len="med" w="med" type="none"/>
                  <a:tailEnd len="med" w="med" type="none"/>
                </a:ln>
              </p:spPr>
            </p:cxnSp>
          </p:grpSp>
        </p:grpSp>
      </p:grpSp>
      <p:cxnSp>
        <p:nvCxnSpPr>
          <p:cNvPr id="187" name="Google Shape;187;p7"/>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188" name="Google Shape;188;p7"/>
          <p:cNvGrpSpPr/>
          <p:nvPr/>
        </p:nvGrpSpPr>
        <p:grpSpPr>
          <a:xfrm>
            <a:off x="8127463" y="3757538"/>
            <a:ext cx="1544638" cy="528638"/>
            <a:chOff x="5728088" y="2646488"/>
            <a:chExt cx="1544638" cy="528638"/>
          </a:xfrm>
        </p:grpSpPr>
        <p:sp>
          <p:nvSpPr>
            <p:cNvPr id="189" name="Google Shape;189;p7"/>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0" name="Google Shape;190;p7"/>
            <p:cNvGrpSpPr/>
            <p:nvPr/>
          </p:nvGrpSpPr>
          <p:grpSpPr>
            <a:xfrm>
              <a:off x="5857513" y="2784594"/>
              <a:ext cx="1285800" cy="204775"/>
              <a:chOff x="5848350" y="2788450"/>
              <a:chExt cx="1285800" cy="204775"/>
            </a:xfrm>
          </p:grpSpPr>
          <p:cxnSp>
            <p:nvCxnSpPr>
              <p:cNvPr id="191" name="Google Shape;191;p7"/>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92" name="Google Shape;192;p7"/>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93" name="Google Shape;193;p7"/>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4" name="Shape 194"/>
        <p:cNvGrpSpPr/>
        <p:nvPr/>
      </p:nvGrpSpPr>
      <p:grpSpPr>
        <a:xfrm>
          <a:off x="0" y="0"/>
          <a:ext cx="0" cy="0"/>
          <a:chOff x="0" y="0"/>
          <a:chExt cx="0" cy="0"/>
        </a:xfrm>
      </p:grpSpPr>
      <p:grpSp>
        <p:nvGrpSpPr>
          <p:cNvPr id="195" name="Google Shape;195;p8"/>
          <p:cNvGrpSpPr/>
          <p:nvPr/>
        </p:nvGrpSpPr>
        <p:grpSpPr>
          <a:xfrm>
            <a:off x="326250" y="4505375"/>
            <a:ext cx="8491500" cy="318625"/>
            <a:chOff x="326250" y="4505375"/>
            <a:chExt cx="8491500" cy="318625"/>
          </a:xfrm>
        </p:grpSpPr>
        <p:sp>
          <p:nvSpPr>
            <p:cNvPr id="196" name="Google Shape;196;p8"/>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197" name="Google Shape;197;p8"/>
            <p:cNvGrpSpPr/>
            <p:nvPr/>
          </p:nvGrpSpPr>
          <p:grpSpPr>
            <a:xfrm>
              <a:off x="8361877" y="4505375"/>
              <a:ext cx="455613" cy="318598"/>
              <a:chOff x="8362100" y="4505388"/>
              <a:chExt cx="455613" cy="315913"/>
            </a:xfrm>
          </p:grpSpPr>
          <p:sp>
            <p:nvSpPr>
              <p:cNvPr id="198" name="Google Shape;198;p8"/>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99" name="Google Shape;199;p8"/>
              <p:cNvGrpSpPr/>
              <p:nvPr/>
            </p:nvGrpSpPr>
            <p:grpSpPr>
              <a:xfrm>
                <a:off x="8477349" y="4595021"/>
                <a:ext cx="161419" cy="156795"/>
                <a:chOff x="10138900" y="2314588"/>
                <a:chExt cx="165101" cy="160338"/>
              </a:xfrm>
            </p:grpSpPr>
            <p:sp>
              <p:nvSpPr>
                <p:cNvPr id="200" name="Google Shape;200;p8"/>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8"/>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grpSp>
        <p:nvGrpSpPr>
          <p:cNvPr id="202" name="Google Shape;202;p8"/>
          <p:cNvGrpSpPr/>
          <p:nvPr/>
        </p:nvGrpSpPr>
        <p:grpSpPr>
          <a:xfrm>
            <a:off x="326225" y="228100"/>
            <a:ext cx="1156134" cy="311400"/>
            <a:chOff x="326225" y="228100"/>
            <a:chExt cx="1156134" cy="311400"/>
          </a:xfrm>
        </p:grpSpPr>
        <p:sp>
          <p:nvSpPr>
            <p:cNvPr id="203" name="Google Shape;203;p8"/>
            <p:cNvSpPr/>
            <p:nvPr/>
          </p:nvSpPr>
          <p:spPr>
            <a:xfrm>
              <a:off x="326225"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4" name="Google Shape;204;p8"/>
            <p:cNvSpPr/>
            <p:nvPr/>
          </p:nvSpPr>
          <p:spPr>
            <a:xfrm>
              <a:off x="752642"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5" name="Google Shape;205;p8"/>
            <p:cNvSpPr/>
            <p:nvPr/>
          </p:nvSpPr>
          <p:spPr>
            <a:xfrm>
              <a:off x="1179059"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6" name="Google Shape;206;p8"/>
            <p:cNvSpPr/>
            <p:nvPr/>
          </p:nvSpPr>
          <p:spPr>
            <a:xfrm>
              <a:off x="801842"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7" name="Google Shape;207;p8"/>
            <p:cNvSpPr/>
            <p:nvPr/>
          </p:nvSpPr>
          <p:spPr>
            <a:xfrm>
              <a:off x="1245959"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08" name="Google Shape;208;p8"/>
            <p:cNvGrpSpPr/>
            <p:nvPr/>
          </p:nvGrpSpPr>
          <p:grpSpPr>
            <a:xfrm>
              <a:off x="381693" y="299201"/>
              <a:ext cx="192347" cy="156850"/>
              <a:chOff x="2244725" y="192088"/>
              <a:chExt cx="7724774" cy="6299200"/>
            </a:xfrm>
          </p:grpSpPr>
          <p:sp>
            <p:nvSpPr>
              <p:cNvPr id="209" name="Google Shape;209;p8"/>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8"/>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8"/>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8"/>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13" name="Google Shape;213;p8"/>
          <p:cNvSpPr txBox="1"/>
          <p:nvPr>
            <p:ph type="title"/>
          </p:nvPr>
        </p:nvSpPr>
        <p:spPr>
          <a:xfrm>
            <a:off x="713225" y="1716300"/>
            <a:ext cx="4701600" cy="18237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14" name="Google Shape;214;p8"/>
          <p:cNvGrpSpPr/>
          <p:nvPr/>
        </p:nvGrpSpPr>
        <p:grpSpPr>
          <a:xfrm>
            <a:off x="6402875" y="1791175"/>
            <a:ext cx="2027900" cy="2598025"/>
            <a:chOff x="6402875" y="1791175"/>
            <a:chExt cx="2027900" cy="2598025"/>
          </a:xfrm>
        </p:grpSpPr>
        <p:grpSp>
          <p:nvGrpSpPr>
            <p:cNvPr id="215" name="Google Shape;215;p8"/>
            <p:cNvGrpSpPr/>
            <p:nvPr/>
          </p:nvGrpSpPr>
          <p:grpSpPr>
            <a:xfrm flipH="1">
              <a:off x="7482638" y="2514538"/>
              <a:ext cx="879475" cy="1439864"/>
              <a:chOff x="704550" y="2022613"/>
              <a:chExt cx="879475" cy="1439864"/>
            </a:xfrm>
          </p:grpSpPr>
          <p:sp>
            <p:nvSpPr>
              <p:cNvPr id="216" name="Google Shape;216;p8"/>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217" name="Google Shape;217;p8"/>
              <p:cNvGrpSpPr/>
              <p:nvPr/>
            </p:nvGrpSpPr>
            <p:grpSpPr>
              <a:xfrm>
                <a:off x="839488" y="2182413"/>
                <a:ext cx="609600" cy="1117540"/>
                <a:chOff x="7453338" y="715125"/>
                <a:chExt cx="609600" cy="1117540"/>
              </a:xfrm>
            </p:grpSpPr>
            <p:cxnSp>
              <p:nvCxnSpPr>
                <p:cNvPr id="218" name="Google Shape;218;p8"/>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19" name="Google Shape;219;p8"/>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0" name="Google Shape;220;p8"/>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1" name="Google Shape;221;p8"/>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2" name="Google Shape;222;p8"/>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3" name="Google Shape;223;p8"/>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4" name="Google Shape;224;p8"/>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5" name="Google Shape;225;p8"/>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6" name="Google Shape;226;p8"/>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7" name="Google Shape;227;p8"/>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8" name="Google Shape;228;p8"/>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29" name="Google Shape;229;p8"/>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30" name="Google Shape;230;p8"/>
            <p:cNvGrpSpPr/>
            <p:nvPr/>
          </p:nvGrpSpPr>
          <p:grpSpPr>
            <a:xfrm flipH="1">
              <a:off x="6402875" y="3070101"/>
              <a:ext cx="877888" cy="469900"/>
              <a:chOff x="6736325" y="4051538"/>
              <a:chExt cx="877888" cy="469900"/>
            </a:xfrm>
          </p:grpSpPr>
          <p:sp>
            <p:nvSpPr>
              <p:cNvPr id="231" name="Google Shape;231;p8"/>
              <p:cNvSpPr/>
              <p:nvPr/>
            </p:nvSpPr>
            <p:spPr>
              <a:xfrm>
                <a:off x="6736325" y="405153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2" name="Google Shape;232;p8"/>
              <p:cNvGrpSpPr/>
              <p:nvPr/>
            </p:nvGrpSpPr>
            <p:grpSpPr>
              <a:xfrm>
                <a:off x="6844621" y="4166350"/>
                <a:ext cx="667073" cy="204775"/>
                <a:chOff x="5848350" y="2788450"/>
                <a:chExt cx="1285800" cy="204775"/>
              </a:xfrm>
            </p:grpSpPr>
            <p:cxnSp>
              <p:nvCxnSpPr>
                <p:cNvPr id="233" name="Google Shape;233;p8"/>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234" name="Google Shape;234;p8"/>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235" name="Google Shape;235;p8"/>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36" name="Google Shape;236;p8"/>
            <p:cNvGrpSpPr/>
            <p:nvPr/>
          </p:nvGrpSpPr>
          <p:grpSpPr>
            <a:xfrm flipH="1">
              <a:off x="6402875" y="4070600"/>
              <a:ext cx="1544651" cy="318600"/>
              <a:chOff x="6043400" y="3591300"/>
              <a:chExt cx="1544651" cy="318600"/>
            </a:xfrm>
          </p:grpSpPr>
          <p:sp>
            <p:nvSpPr>
              <p:cNvPr id="237" name="Google Shape;237;p8"/>
              <p:cNvSpPr/>
              <p:nvPr/>
            </p:nvSpPr>
            <p:spPr>
              <a:xfrm>
                <a:off x="6043400" y="3591300"/>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8" name="Google Shape;238;p8"/>
              <p:cNvGrpSpPr/>
              <p:nvPr/>
            </p:nvGrpSpPr>
            <p:grpSpPr>
              <a:xfrm>
                <a:off x="6141952" y="3680050"/>
                <a:ext cx="1369506" cy="102388"/>
                <a:chOff x="5848350" y="2788450"/>
                <a:chExt cx="1285800" cy="102388"/>
              </a:xfrm>
            </p:grpSpPr>
            <p:cxnSp>
              <p:nvCxnSpPr>
                <p:cNvPr id="239" name="Google Shape;239;p8"/>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240" name="Google Shape;240;p8"/>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41" name="Google Shape;241;p8"/>
            <p:cNvGrpSpPr/>
            <p:nvPr/>
          </p:nvGrpSpPr>
          <p:grpSpPr>
            <a:xfrm flipH="1">
              <a:off x="6886138" y="1791175"/>
              <a:ext cx="1544638" cy="528638"/>
              <a:chOff x="5728088" y="2646488"/>
              <a:chExt cx="1544638" cy="528638"/>
            </a:xfrm>
          </p:grpSpPr>
          <p:sp>
            <p:nvSpPr>
              <p:cNvPr id="242" name="Google Shape;242;p8"/>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3" name="Google Shape;243;p8"/>
              <p:cNvGrpSpPr/>
              <p:nvPr/>
            </p:nvGrpSpPr>
            <p:grpSpPr>
              <a:xfrm>
                <a:off x="5857513" y="2784594"/>
                <a:ext cx="1285800" cy="204775"/>
                <a:chOff x="5848350" y="2788450"/>
                <a:chExt cx="1285800" cy="204775"/>
              </a:xfrm>
            </p:grpSpPr>
            <p:cxnSp>
              <p:nvCxnSpPr>
                <p:cNvPr id="244" name="Google Shape;244;p8"/>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245" name="Google Shape;245;p8"/>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246" name="Google Shape;246;p8"/>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cxnSp>
        <p:nvCxnSpPr>
          <p:cNvPr id="247" name="Google Shape;247;p8"/>
          <p:cNvCxnSpPr/>
          <p:nvPr/>
        </p:nvCxnSpPr>
        <p:spPr>
          <a:xfrm>
            <a:off x="709875" y="1725275"/>
            <a:ext cx="4708500" cy="0"/>
          </a:xfrm>
          <a:prstGeom prst="straightConnector1">
            <a:avLst/>
          </a:prstGeom>
          <a:noFill/>
          <a:ln cap="flat" cmpd="sng" w="9525">
            <a:solidFill>
              <a:schemeClr val="dk1"/>
            </a:solidFill>
            <a:prstDash val="solid"/>
            <a:round/>
            <a:headEnd len="med" w="med" type="none"/>
            <a:tailEnd len="med" w="med" type="none"/>
          </a:ln>
        </p:spPr>
      </p:cxnSp>
      <p:cxnSp>
        <p:nvCxnSpPr>
          <p:cNvPr id="248" name="Google Shape;248;p8"/>
          <p:cNvCxnSpPr/>
          <p:nvPr/>
        </p:nvCxnSpPr>
        <p:spPr>
          <a:xfrm>
            <a:off x="709875" y="3540000"/>
            <a:ext cx="4708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9" name="Shape 249"/>
        <p:cNvGrpSpPr/>
        <p:nvPr/>
      </p:nvGrpSpPr>
      <p:grpSpPr>
        <a:xfrm>
          <a:off x="0" y="0"/>
          <a:ext cx="0" cy="0"/>
          <a:chOff x="0" y="0"/>
          <a:chExt cx="0" cy="0"/>
        </a:xfrm>
      </p:grpSpPr>
      <p:grpSp>
        <p:nvGrpSpPr>
          <p:cNvPr id="250" name="Google Shape;250;p9"/>
          <p:cNvGrpSpPr/>
          <p:nvPr/>
        </p:nvGrpSpPr>
        <p:grpSpPr>
          <a:xfrm>
            <a:off x="326250" y="4505375"/>
            <a:ext cx="8491500" cy="318625"/>
            <a:chOff x="326250" y="4505375"/>
            <a:chExt cx="8491500" cy="318625"/>
          </a:xfrm>
        </p:grpSpPr>
        <p:sp>
          <p:nvSpPr>
            <p:cNvPr id="251" name="Google Shape;251;p9"/>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52" name="Google Shape;252;p9"/>
            <p:cNvGrpSpPr/>
            <p:nvPr/>
          </p:nvGrpSpPr>
          <p:grpSpPr>
            <a:xfrm>
              <a:off x="8361877" y="4505375"/>
              <a:ext cx="455613" cy="318598"/>
              <a:chOff x="8362100" y="4505388"/>
              <a:chExt cx="455613" cy="315913"/>
            </a:xfrm>
          </p:grpSpPr>
          <p:sp>
            <p:nvSpPr>
              <p:cNvPr id="253" name="Google Shape;253;p9"/>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54" name="Google Shape;254;p9"/>
              <p:cNvGrpSpPr/>
              <p:nvPr/>
            </p:nvGrpSpPr>
            <p:grpSpPr>
              <a:xfrm>
                <a:off x="8477349" y="4595021"/>
                <a:ext cx="161419" cy="156795"/>
                <a:chOff x="10138900" y="2314588"/>
                <a:chExt cx="165101" cy="160338"/>
              </a:xfrm>
            </p:grpSpPr>
            <p:sp>
              <p:nvSpPr>
                <p:cNvPr id="255" name="Google Shape;255;p9"/>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9"/>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257" name="Google Shape;257;p9"/>
          <p:cNvSpPr txBox="1"/>
          <p:nvPr>
            <p:ph type="title"/>
          </p:nvPr>
        </p:nvSpPr>
        <p:spPr>
          <a:xfrm>
            <a:off x="3872900" y="1734275"/>
            <a:ext cx="4557900" cy="15075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8" name="Google Shape;258;p9"/>
          <p:cNvSpPr txBox="1"/>
          <p:nvPr>
            <p:ph idx="1" type="subTitle"/>
          </p:nvPr>
        </p:nvSpPr>
        <p:spPr>
          <a:xfrm>
            <a:off x="3872900" y="3241711"/>
            <a:ext cx="4557900" cy="29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000"/>
              <a:buNone/>
              <a:defRPr sz="14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grpSp>
        <p:nvGrpSpPr>
          <p:cNvPr id="259" name="Google Shape;259;p9"/>
          <p:cNvGrpSpPr/>
          <p:nvPr/>
        </p:nvGrpSpPr>
        <p:grpSpPr>
          <a:xfrm>
            <a:off x="7661600" y="228100"/>
            <a:ext cx="1156134" cy="311400"/>
            <a:chOff x="7661600" y="228100"/>
            <a:chExt cx="1156134" cy="311400"/>
          </a:xfrm>
        </p:grpSpPr>
        <p:sp>
          <p:nvSpPr>
            <p:cNvPr id="260" name="Google Shape;260;p9"/>
            <p:cNvSpPr/>
            <p:nvPr/>
          </p:nvSpPr>
          <p:spPr>
            <a:xfrm>
              <a:off x="7661600"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1" name="Google Shape;261;p9"/>
            <p:cNvSpPr/>
            <p:nvPr/>
          </p:nvSpPr>
          <p:spPr>
            <a:xfrm>
              <a:off x="8088017"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2" name="Google Shape;262;p9"/>
            <p:cNvSpPr/>
            <p:nvPr/>
          </p:nvSpPr>
          <p:spPr>
            <a:xfrm>
              <a:off x="8514434"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3" name="Google Shape;263;p9"/>
            <p:cNvSpPr/>
            <p:nvPr/>
          </p:nvSpPr>
          <p:spPr>
            <a:xfrm>
              <a:off x="8137217"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4" name="Google Shape;264;p9"/>
            <p:cNvSpPr/>
            <p:nvPr/>
          </p:nvSpPr>
          <p:spPr>
            <a:xfrm>
              <a:off x="8581334"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265" name="Google Shape;265;p9"/>
            <p:cNvGrpSpPr/>
            <p:nvPr/>
          </p:nvGrpSpPr>
          <p:grpSpPr>
            <a:xfrm>
              <a:off x="7717068" y="305376"/>
              <a:ext cx="192347" cy="156850"/>
              <a:chOff x="2244725" y="192088"/>
              <a:chExt cx="7724774" cy="6299200"/>
            </a:xfrm>
          </p:grpSpPr>
          <p:sp>
            <p:nvSpPr>
              <p:cNvPr id="266" name="Google Shape;266;p9"/>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9"/>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9"/>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9"/>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cxnSp>
        <p:nvCxnSpPr>
          <p:cNvPr id="270" name="Google Shape;270;p9"/>
          <p:cNvCxnSpPr/>
          <p:nvPr/>
        </p:nvCxnSpPr>
        <p:spPr>
          <a:xfrm>
            <a:off x="3860450" y="1752225"/>
            <a:ext cx="4582800" cy="0"/>
          </a:xfrm>
          <a:prstGeom prst="straightConnector1">
            <a:avLst/>
          </a:prstGeom>
          <a:noFill/>
          <a:ln cap="flat" cmpd="sng" w="9525">
            <a:solidFill>
              <a:schemeClr val="dk1"/>
            </a:solidFill>
            <a:prstDash val="solid"/>
            <a:round/>
            <a:headEnd len="med" w="med" type="none"/>
            <a:tailEnd len="med" w="med" type="none"/>
          </a:ln>
        </p:spPr>
      </p:cxnSp>
      <p:cxnSp>
        <p:nvCxnSpPr>
          <p:cNvPr id="271" name="Google Shape;271;p9"/>
          <p:cNvCxnSpPr/>
          <p:nvPr/>
        </p:nvCxnSpPr>
        <p:spPr>
          <a:xfrm>
            <a:off x="3860450" y="3225900"/>
            <a:ext cx="4582800" cy="0"/>
          </a:xfrm>
          <a:prstGeom prst="straightConnector1">
            <a:avLst/>
          </a:prstGeom>
          <a:noFill/>
          <a:ln cap="flat" cmpd="sng" w="9525">
            <a:solidFill>
              <a:schemeClr val="dk1"/>
            </a:solidFill>
            <a:prstDash val="solid"/>
            <a:round/>
            <a:headEnd len="med" w="med" type="none"/>
            <a:tailEnd len="med" w="med" type="none"/>
          </a:ln>
        </p:spPr>
      </p:cxnSp>
      <p:grpSp>
        <p:nvGrpSpPr>
          <p:cNvPr id="272" name="Google Shape;272;p9"/>
          <p:cNvGrpSpPr/>
          <p:nvPr/>
        </p:nvGrpSpPr>
        <p:grpSpPr>
          <a:xfrm>
            <a:off x="569876" y="519838"/>
            <a:ext cx="1904537" cy="3936350"/>
            <a:chOff x="704550" y="486238"/>
            <a:chExt cx="1904537" cy="3936350"/>
          </a:xfrm>
        </p:grpSpPr>
        <p:grpSp>
          <p:nvGrpSpPr>
            <p:cNvPr id="273" name="Google Shape;273;p9"/>
            <p:cNvGrpSpPr/>
            <p:nvPr/>
          </p:nvGrpSpPr>
          <p:grpSpPr>
            <a:xfrm>
              <a:off x="1731200" y="3952688"/>
              <a:ext cx="877888" cy="469900"/>
              <a:chOff x="6736325" y="4051538"/>
              <a:chExt cx="877888" cy="469900"/>
            </a:xfrm>
          </p:grpSpPr>
          <p:sp>
            <p:nvSpPr>
              <p:cNvPr id="274" name="Google Shape;274;p9"/>
              <p:cNvSpPr/>
              <p:nvPr/>
            </p:nvSpPr>
            <p:spPr>
              <a:xfrm>
                <a:off x="6736325" y="405153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75" name="Google Shape;275;p9"/>
              <p:cNvGrpSpPr/>
              <p:nvPr/>
            </p:nvGrpSpPr>
            <p:grpSpPr>
              <a:xfrm>
                <a:off x="6844621" y="4166350"/>
                <a:ext cx="667073" cy="204775"/>
                <a:chOff x="5848350" y="2788450"/>
                <a:chExt cx="1285800" cy="204775"/>
              </a:xfrm>
            </p:grpSpPr>
            <p:cxnSp>
              <p:nvCxnSpPr>
                <p:cNvPr id="276" name="Google Shape;276;p9"/>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277" name="Google Shape;277;p9"/>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278" name="Google Shape;278;p9"/>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79" name="Google Shape;279;p9"/>
            <p:cNvGrpSpPr/>
            <p:nvPr/>
          </p:nvGrpSpPr>
          <p:grpSpPr>
            <a:xfrm>
              <a:off x="704551" y="2790588"/>
              <a:ext cx="879475" cy="1439864"/>
              <a:chOff x="704550" y="2022613"/>
              <a:chExt cx="879475" cy="1439864"/>
            </a:xfrm>
          </p:grpSpPr>
          <p:sp>
            <p:nvSpPr>
              <p:cNvPr id="280" name="Google Shape;280;p9"/>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281" name="Google Shape;281;p9"/>
              <p:cNvGrpSpPr/>
              <p:nvPr/>
            </p:nvGrpSpPr>
            <p:grpSpPr>
              <a:xfrm>
                <a:off x="839488" y="2182413"/>
                <a:ext cx="609600" cy="1117540"/>
                <a:chOff x="7453338" y="715125"/>
                <a:chExt cx="609600" cy="1117540"/>
              </a:xfrm>
            </p:grpSpPr>
            <p:cxnSp>
              <p:nvCxnSpPr>
                <p:cNvPr id="282" name="Google Shape;282;p9"/>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83" name="Google Shape;283;p9"/>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84" name="Google Shape;284;p9"/>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85" name="Google Shape;285;p9"/>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86" name="Google Shape;286;p9"/>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87" name="Google Shape;287;p9"/>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88" name="Google Shape;288;p9"/>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89" name="Google Shape;289;p9"/>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90" name="Google Shape;290;p9"/>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91" name="Google Shape;291;p9"/>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92" name="Google Shape;292;p9"/>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293" name="Google Shape;293;p9"/>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294" name="Google Shape;294;p9"/>
            <p:cNvGrpSpPr/>
            <p:nvPr/>
          </p:nvGrpSpPr>
          <p:grpSpPr>
            <a:xfrm flipH="1">
              <a:off x="705338" y="486238"/>
              <a:ext cx="877888" cy="469900"/>
              <a:chOff x="7327075" y="3825188"/>
              <a:chExt cx="877888" cy="469900"/>
            </a:xfrm>
          </p:grpSpPr>
          <p:sp>
            <p:nvSpPr>
              <p:cNvPr id="295" name="Google Shape;295;p9"/>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6" name="Google Shape;296;p9"/>
              <p:cNvGrpSpPr/>
              <p:nvPr/>
            </p:nvGrpSpPr>
            <p:grpSpPr>
              <a:xfrm>
                <a:off x="7435371" y="3940000"/>
                <a:ext cx="667073" cy="204775"/>
                <a:chOff x="5848350" y="2788450"/>
                <a:chExt cx="1285800" cy="204775"/>
              </a:xfrm>
            </p:grpSpPr>
            <p:cxnSp>
              <p:nvCxnSpPr>
                <p:cNvPr id="297" name="Google Shape;297;p9"/>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9"/>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9"/>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300" name="Google Shape;300;p9"/>
            <p:cNvGrpSpPr/>
            <p:nvPr/>
          </p:nvGrpSpPr>
          <p:grpSpPr>
            <a:xfrm>
              <a:off x="1432201" y="1075788"/>
              <a:ext cx="879475" cy="1439864"/>
              <a:chOff x="704550" y="2022613"/>
              <a:chExt cx="879475" cy="1439864"/>
            </a:xfrm>
          </p:grpSpPr>
          <p:sp>
            <p:nvSpPr>
              <p:cNvPr id="301" name="Google Shape;301;p9"/>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302" name="Google Shape;302;p9"/>
              <p:cNvGrpSpPr/>
              <p:nvPr/>
            </p:nvGrpSpPr>
            <p:grpSpPr>
              <a:xfrm>
                <a:off x="839488" y="2182413"/>
                <a:ext cx="609600" cy="1117540"/>
                <a:chOff x="7453338" y="715125"/>
                <a:chExt cx="609600" cy="1117540"/>
              </a:xfrm>
            </p:grpSpPr>
            <p:cxnSp>
              <p:nvCxnSpPr>
                <p:cNvPr id="303" name="Google Shape;303;p9"/>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4" name="Google Shape;304;p9"/>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5" name="Google Shape;305;p9"/>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6" name="Google Shape;306;p9"/>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9"/>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9"/>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09" name="Google Shape;309;p9"/>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10" name="Google Shape;310;p9"/>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11" name="Google Shape;311;p9"/>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12" name="Google Shape;312;p9"/>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13" name="Google Shape;313;p9"/>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14" name="Google Shape;314;p9"/>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5" name="Shape 315"/>
        <p:cNvGrpSpPr/>
        <p:nvPr/>
      </p:nvGrpSpPr>
      <p:grpSpPr>
        <a:xfrm>
          <a:off x="0" y="0"/>
          <a:ext cx="0" cy="0"/>
          <a:chOff x="0" y="0"/>
          <a:chExt cx="0" cy="0"/>
        </a:xfrm>
      </p:grpSpPr>
      <p:sp>
        <p:nvSpPr>
          <p:cNvPr id="316" name="Google Shape;316;p10"/>
          <p:cNvSpPr/>
          <p:nvPr>
            <p:ph idx="2" type="pic"/>
          </p:nvPr>
        </p:nvSpPr>
        <p:spPr>
          <a:xfrm>
            <a:off x="-28875" y="-38475"/>
            <a:ext cx="9217200" cy="5224200"/>
          </a:xfrm>
          <a:prstGeom prst="rect">
            <a:avLst/>
          </a:prstGeom>
          <a:noFill/>
          <a:ln>
            <a:noFill/>
          </a:ln>
        </p:spPr>
      </p:sp>
      <p:sp>
        <p:nvSpPr>
          <p:cNvPr id="317" name="Google Shape;317;p10"/>
          <p:cNvSpPr txBox="1"/>
          <p:nvPr>
            <p:ph type="title"/>
          </p:nvPr>
        </p:nvSpPr>
        <p:spPr>
          <a:xfrm>
            <a:off x="720000" y="4014450"/>
            <a:ext cx="7704000" cy="572700"/>
          </a:xfrm>
          <a:prstGeom prst="rect">
            <a:avLst/>
          </a:prstGeom>
          <a:solidFill>
            <a:schemeClr val="accent4"/>
          </a:solidFill>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18" name="Shape 318"/>
        <p:cNvGrpSpPr/>
        <p:nvPr/>
      </p:nvGrpSpPr>
      <p:grpSpPr>
        <a:xfrm>
          <a:off x="0" y="0"/>
          <a:ext cx="0" cy="0"/>
          <a:chOff x="0" y="0"/>
          <a:chExt cx="0" cy="0"/>
        </a:xfrm>
      </p:grpSpPr>
      <p:grpSp>
        <p:nvGrpSpPr>
          <p:cNvPr id="319" name="Google Shape;319;p11"/>
          <p:cNvGrpSpPr/>
          <p:nvPr/>
        </p:nvGrpSpPr>
        <p:grpSpPr>
          <a:xfrm>
            <a:off x="326250" y="4505375"/>
            <a:ext cx="8491500" cy="318625"/>
            <a:chOff x="326250" y="4505375"/>
            <a:chExt cx="8491500" cy="318625"/>
          </a:xfrm>
        </p:grpSpPr>
        <p:sp>
          <p:nvSpPr>
            <p:cNvPr id="320" name="Google Shape;320;p11"/>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21" name="Google Shape;321;p11"/>
            <p:cNvGrpSpPr/>
            <p:nvPr/>
          </p:nvGrpSpPr>
          <p:grpSpPr>
            <a:xfrm>
              <a:off x="8361877" y="4505375"/>
              <a:ext cx="455613" cy="318598"/>
              <a:chOff x="8362100" y="4505388"/>
              <a:chExt cx="455613" cy="315913"/>
            </a:xfrm>
          </p:grpSpPr>
          <p:sp>
            <p:nvSpPr>
              <p:cNvPr id="322" name="Google Shape;322;p11"/>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3" name="Google Shape;323;p11"/>
              <p:cNvGrpSpPr/>
              <p:nvPr/>
            </p:nvGrpSpPr>
            <p:grpSpPr>
              <a:xfrm>
                <a:off x="8477349" y="4595021"/>
                <a:ext cx="161419" cy="156795"/>
                <a:chOff x="10138900" y="2314588"/>
                <a:chExt cx="165101" cy="160338"/>
              </a:xfrm>
            </p:grpSpPr>
            <p:sp>
              <p:nvSpPr>
                <p:cNvPr id="324" name="Google Shape;324;p11"/>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11"/>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326" name="Google Shape;326;p11"/>
          <p:cNvSpPr txBox="1"/>
          <p:nvPr>
            <p:ph hasCustomPrompt="1" type="title"/>
          </p:nvPr>
        </p:nvSpPr>
        <p:spPr>
          <a:xfrm>
            <a:off x="713225" y="1282375"/>
            <a:ext cx="4320300" cy="7365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3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27" name="Google Shape;327;p11"/>
          <p:cNvSpPr txBox="1"/>
          <p:nvPr>
            <p:ph idx="1" type="subTitle"/>
          </p:nvPr>
        </p:nvSpPr>
        <p:spPr>
          <a:xfrm>
            <a:off x="713225" y="2080400"/>
            <a:ext cx="4320300" cy="37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328" name="Google Shape;328;p11"/>
          <p:cNvGrpSpPr/>
          <p:nvPr/>
        </p:nvGrpSpPr>
        <p:grpSpPr>
          <a:xfrm>
            <a:off x="327275" y="228100"/>
            <a:ext cx="1156134" cy="311400"/>
            <a:chOff x="327275" y="228100"/>
            <a:chExt cx="1156134" cy="311400"/>
          </a:xfrm>
        </p:grpSpPr>
        <p:sp>
          <p:nvSpPr>
            <p:cNvPr id="329" name="Google Shape;329;p11"/>
            <p:cNvSpPr/>
            <p:nvPr/>
          </p:nvSpPr>
          <p:spPr>
            <a:xfrm>
              <a:off x="327275"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0" name="Google Shape;330;p11"/>
            <p:cNvSpPr/>
            <p:nvPr/>
          </p:nvSpPr>
          <p:spPr>
            <a:xfrm>
              <a:off x="753692"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1" name="Google Shape;331;p11"/>
            <p:cNvSpPr/>
            <p:nvPr/>
          </p:nvSpPr>
          <p:spPr>
            <a:xfrm>
              <a:off x="1180109"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2" name="Google Shape;332;p11"/>
            <p:cNvSpPr/>
            <p:nvPr/>
          </p:nvSpPr>
          <p:spPr>
            <a:xfrm>
              <a:off x="802892"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3" name="Google Shape;333;p11"/>
            <p:cNvSpPr/>
            <p:nvPr/>
          </p:nvSpPr>
          <p:spPr>
            <a:xfrm>
              <a:off x="1247009"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334" name="Google Shape;334;p11"/>
            <p:cNvGrpSpPr/>
            <p:nvPr/>
          </p:nvGrpSpPr>
          <p:grpSpPr>
            <a:xfrm>
              <a:off x="382752" y="299201"/>
              <a:ext cx="192347" cy="156850"/>
              <a:chOff x="2244725" y="192088"/>
              <a:chExt cx="7724774" cy="6299200"/>
            </a:xfrm>
          </p:grpSpPr>
          <p:sp>
            <p:nvSpPr>
              <p:cNvPr id="335" name="Google Shape;335;p11"/>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11"/>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11"/>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11"/>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339" name="Shape 3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40" name="Shape 340"/>
        <p:cNvGrpSpPr/>
        <p:nvPr/>
      </p:nvGrpSpPr>
      <p:grpSpPr>
        <a:xfrm>
          <a:off x="0" y="0"/>
          <a:ext cx="0" cy="0"/>
          <a:chOff x="0" y="0"/>
          <a:chExt cx="0" cy="0"/>
        </a:xfrm>
      </p:grpSpPr>
      <p:sp>
        <p:nvSpPr>
          <p:cNvPr id="341" name="Google Shape;34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sz="2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2" name="Google Shape;342;p13"/>
          <p:cNvSpPr txBox="1"/>
          <p:nvPr>
            <p:ph hasCustomPrompt="1" idx="2" type="title"/>
          </p:nvPr>
        </p:nvSpPr>
        <p:spPr>
          <a:xfrm>
            <a:off x="1410525" y="1366138"/>
            <a:ext cx="7176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3" name="Google Shape;343;p13"/>
          <p:cNvSpPr txBox="1"/>
          <p:nvPr>
            <p:ph hasCustomPrompt="1" idx="3" type="title"/>
          </p:nvPr>
        </p:nvSpPr>
        <p:spPr>
          <a:xfrm>
            <a:off x="1430775" y="2659463"/>
            <a:ext cx="7176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4" name="Google Shape;344;p13"/>
          <p:cNvSpPr txBox="1"/>
          <p:nvPr>
            <p:ph hasCustomPrompt="1" idx="4" type="title"/>
          </p:nvPr>
        </p:nvSpPr>
        <p:spPr>
          <a:xfrm>
            <a:off x="3768872" y="1366138"/>
            <a:ext cx="7176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5" name="Google Shape;345;p13"/>
          <p:cNvSpPr txBox="1"/>
          <p:nvPr>
            <p:ph hasCustomPrompt="1" idx="5" type="title"/>
          </p:nvPr>
        </p:nvSpPr>
        <p:spPr>
          <a:xfrm>
            <a:off x="3789122" y="2659463"/>
            <a:ext cx="7176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6" name="Google Shape;346;p13"/>
          <p:cNvSpPr txBox="1"/>
          <p:nvPr>
            <p:ph hasCustomPrompt="1" idx="6" type="title"/>
          </p:nvPr>
        </p:nvSpPr>
        <p:spPr>
          <a:xfrm>
            <a:off x="6127220" y="1366138"/>
            <a:ext cx="7176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7" name="Google Shape;347;p13"/>
          <p:cNvSpPr txBox="1"/>
          <p:nvPr>
            <p:ph hasCustomPrompt="1" idx="7" type="title"/>
          </p:nvPr>
        </p:nvSpPr>
        <p:spPr>
          <a:xfrm>
            <a:off x="6147470" y="2659463"/>
            <a:ext cx="7176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16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48" name="Google Shape;348;p13"/>
          <p:cNvSpPr txBox="1"/>
          <p:nvPr>
            <p:ph idx="1" type="subTitle"/>
          </p:nvPr>
        </p:nvSpPr>
        <p:spPr>
          <a:xfrm>
            <a:off x="1410525" y="1813749"/>
            <a:ext cx="2014200" cy="75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349" name="Google Shape;349;p13"/>
          <p:cNvSpPr txBox="1"/>
          <p:nvPr>
            <p:ph idx="8" type="subTitle"/>
          </p:nvPr>
        </p:nvSpPr>
        <p:spPr>
          <a:xfrm>
            <a:off x="3768872" y="1813749"/>
            <a:ext cx="2014200" cy="75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350" name="Google Shape;350;p13"/>
          <p:cNvSpPr txBox="1"/>
          <p:nvPr>
            <p:ph idx="9" type="subTitle"/>
          </p:nvPr>
        </p:nvSpPr>
        <p:spPr>
          <a:xfrm>
            <a:off x="6127220" y="1813749"/>
            <a:ext cx="2014200" cy="75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351" name="Google Shape;351;p13"/>
          <p:cNvSpPr txBox="1"/>
          <p:nvPr>
            <p:ph idx="13" type="subTitle"/>
          </p:nvPr>
        </p:nvSpPr>
        <p:spPr>
          <a:xfrm>
            <a:off x="1430775" y="3107074"/>
            <a:ext cx="2014200" cy="75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352" name="Google Shape;352;p13"/>
          <p:cNvSpPr txBox="1"/>
          <p:nvPr>
            <p:ph idx="14" type="subTitle"/>
          </p:nvPr>
        </p:nvSpPr>
        <p:spPr>
          <a:xfrm>
            <a:off x="3789122" y="3107074"/>
            <a:ext cx="2014200" cy="75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353" name="Google Shape;353;p13"/>
          <p:cNvSpPr txBox="1"/>
          <p:nvPr>
            <p:ph idx="15" type="subTitle"/>
          </p:nvPr>
        </p:nvSpPr>
        <p:spPr>
          <a:xfrm>
            <a:off x="6147470" y="3107074"/>
            <a:ext cx="2014200" cy="75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354" name="Google Shape;354;p13"/>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355" name="Google Shape;355;p13"/>
          <p:cNvGrpSpPr/>
          <p:nvPr/>
        </p:nvGrpSpPr>
        <p:grpSpPr>
          <a:xfrm flipH="1">
            <a:off x="693200" y="4402900"/>
            <a:ext cx="1544638" cy="528638"/>
            <a:chOff x="5728088" y="2646488"/>
            <a:chExt cx="1544638" cy="528638"/>
          </a:xfrm>
        </p:grpSpPr>
        <p:sp>
          <p:nvSpPr>
            <p:cNvPr id="356" name="Google Shape;356;p13"/>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57" name="Google Shape;357;p13"/>
            <p:cNvGrpSpPr/>
            <p:nvPr/>
          </p:nvGrpSpPr>
          <p:grpSpPr>
            <a:xfrm>
              <a:off x="5857513" y="2784594"/>
              <a:ext cx="1285800" cy="204775"/>
              <a:chOff x="5848350" y="2788450"/>
              <a:chExt cx="1285800" cy="204775"/>
            </a:xfrm>
          </p:grpSpPr>
          <p:cxnSp>
            <p:nvCxnSpPr>
              <p:cNvPr id="358" name="Google Shape;358;p13"/>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359" name="Google Shape;359;p13"/>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360" name="Google Shape;360;p13"/>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361" name="Google Shape;361;p13"/>
          <p:cNvGrpSpPr/>
          <p:nvPr/>
        </p:nvGrpSpPr>
        <p:grpSpPr>
          <a:xfrm>
            <a:off x="-338687" y="2735663"/>
            <a:ext cx="879475" cy="1439864"/>
            <a:chOff x="-338687" y="2625063"/>
            <a:chExt cx="879475" cy="1439864"/>
          </a:xfrm>
        </p:grpSpPr>
        <p:sp>
          <p:nvSpPr>
            <p:cNvPr id="362" name="Google Shape;362;p13"/>
            <p:cNvSpPr/>
            <p:nvPr/>
          </p:nvSpPr>
          <p:spPr>
            <a:xfrm>
              <a:off x="-338687" y="262506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363" name="Google Shape;363;p13"/>
            <p:cNvGrpSpPr/>
            <p:nvPr/>
          </p:nvGrpSpPr>
          <p:grpSpPr>
            <a:xfrm flipH="1">
              <a:off x="-203750" y="2784863"/>
              <a:ext cx="609600" cy="1117540"/>
              <a:chOff x="7453338" y="715125"/>
              <a:chExt cx="609600" cy="1117540"/>
            </a:xfrm>
          </p:grpSpPr>
          <p:cxnSp>
            <p:nvCxnSpPr>
              <p:cNvPr id="364" name="Google Shape;364;p13"/>
              <p:cNvCxnSpPr/>
              <p:nvPr/>
            </p:nvCxnSpPr>
            <p:spPr>
              <a:xfrm>
                <a:off x="7453338" y="715125"/>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13"/>
              <p:cNvCxnSpPr/>
              <p:nvPr/>
            </p:nvCxnSpPr>
            <p:spPr>
              <a:xfrm>
                <a:off x="7453338" y="81672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13"/>
              <p:cNvCxnSpPr/>
              <p:nvPr/>
            </p:nvCxnSpPr>
            <p:spPr>
              <a:xfrm>
                <a:off x="7453338" y="918314"/>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13"/>
              <p:cNvCxnSpPr/>
              <p:nvPr/>
            </p:nvCxnSpPr>
            <p:spPr>
              <a:xfrm>
                <a:off x="7453338" y="1019909"/>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13"/>
              <p:cNvCxnSpPr/>
              <p:nvPr/>
            </p:nvCxnSpPr>
            <p:spPr>
              <a:xfrm>
                <a:off x="7453338" y="1121503"/>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69" name="Google Shape;369;p13"/>
              <p:cNvCxnSpPr/>
              <p:nvPr/>
            </p:nvCxnSpPr>
            <p:spPr>
              <a:xfrm>
                <a:off x="7453338" y="1223098"/>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70" name="Google Shape;370;p13"/>
              <p:cNvCxnSpPr/>
              <p:nvPr/>
            </p:nvCxnSpPr>
            <p:spPr>
              <a:xfrm>
                <a:off x="7453338" y="1324692"/>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71" name="Google Shape;371;p13"/>
              <p:cNvCxnSpPr/>
              <p:nvPr/>
            </p:nvCxnSpPr>
            <p:spPr>
              <a:xfrm>
                <a:off x="7453338" y="1426287"/>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72" name="Google Shape;372;p13"/>
              <p:cNvCxnSpPr/>
              <p:nvPr/>
            </p:nvCxnSpPr>
            <p:spPr>
              <a:xfrm>
                <a:off x="7453338" y="1527881"/>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73" name="Google Shape;373;p13"/>
              <p:cNvCxnSpPr/>
              <p:nvPr/>
            </p:nvCxnSpPr>
            <p:spPr>
              <a:xfrm>
                <a:off x="7453338" y="1629476"/>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74" name="Google Shape;374;p13"/>
              <p:cNvCxnSpPr/>
              <p:nvPr/>
            </p:nvCxnSpPr>
            <p:spPr>
              <a:xfrm>
                <a:off x="7453338" y="173107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375" name="Google Shape;375;p13"/>
              <p:cNvCxnSpPr/>
              <p:nvPr/>
            </p:nvCxnSpPr>
            <p:spPr>
              <a:xfrm>
                <a:off x="7453338" y="1832665"/>
                <a:ext cx="2802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376" name="Google Shape;376;p13"/>
          <p:cNvGrpSpPr/>
          <p:nvPr/>
        </p:nvGrpSpPr>
        <p:grpSpPr>
          <a:xfrm>
            <a:off x="-403362" y="4931551"/>
            <a:ext cx="877888" cy="469900"/>
            <a:chOff x="2079875" y="3121151"/>
            <a:chExt cx="877888" cy="469900"/>
          </a:xfrm>
        </p:grpSpPr>
        <p:sp>
          <p:nvSpPr>
            <p:cNvPr id="377" name="Google Shape;377;p13"/>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78" name="Google Shape;378;p13"/>
            <p:cNvGrpSpPr/>
            <p:nvPr/>
          </p:nvGrpSpPr>
          <p:grpSpPr>
            <a:xfrm>
              <a:off x="2181689" y="3241906"/>
              <a:ext cx="674400" cy="203189"/>
              <a:chOff x="2181677" y="2165344"/>
              <a:chExt cx="674400" cy="203189"/>
            </a:xfrm>
          </p:grpSpPr>
          <p:cxnSp>
            <p:nvCxnSpPr>
              <p:cNvPr id="379" name="Google Shape;379;p13"/>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380" name="Google Shape;380;p13"/>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381" name="Google Shape;381;p13"/>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382" name="Google Shape;382;p13"/>
          <p:cNvGrpSpPr/>
          <p:nvPr/>
        </p:nvGrpSpPr>
        <p:grpSpPr>
          <a:xfrm>
            <a:off x="237492" y="4402900"/>
            <a:ext cx="303300" cy="311400"/>
            <a:chOff x="1663317" y="971900"/>
            <a:chExt cx="303300" cy="311400"/>
          </a:xfrm>
        </p:grpSpPr>
        <p:sp>
          <p:nvSpPr>
            <p:cNvPr id="383" name="Google Shape;383;p13"/>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84" name="Google Shape;384;p13"/>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1">
    <p:spTree>
      <p:nvGrpSpPr>
        <p:cNvPr id="385" name="Shape 385"/>
        <p:cNvGrpSpPr/>
        <p:nvPr/>
      </p:nvGrpSpPr>
      <p:grpSpPr>
        <a:xfrm>
          <a:off x="0" y="0"/>
          <a:ext cx="0" cy="0"/>
          <a:chOff x="0" y="0"/>
          <a:chExt cx="0" cy="0"/>
        </a:xfrm>
      </p:grpSpPr>
      <p:sp>
        <p:nvSpPr>
          <p:cNvPr id="386" name="Google Shape;386;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7" name="Google Shape;387;p14"/>
          <p:cNvSpPr txBox="1"/>
          <p:nvPr>
            <p:ph idx="1" type="subTitle"/>
          </p:nvPr>
        </p:nvSpPr>
        <p:spPr>
          <a:xfrm>
            <a:off x="720000" y="1017713"/>
            <a:ext cx="7704000" cy="87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cxnSp>
        <p:nvCxnSpPr>
          <p:cNvPr id="388" name="Google Shape;388;p14"/>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389" name="Google Shape;389;p14"/>
          <p:cNvGrpSpPr/>
          <p:nvPr/>
        </p:nvGrpSpPr>
        <p:grpSpPr>
          <a:xfrm>
            <a:off x="7335850" y="-602537"/>
            <a:ext cx="2521701" cy="2181137"/>
            <a:chOff x="7335850" y="-602537"/>
            <a:chExt cx="2521701" cy="2181137"/>
          </a:xfrm>
        </p:grpSpPr>
        <p:grpSp>
          <p:nvGrpSpPr>
            <p:cNvPr id="390" name="Google Shape;390;p14"/>
            <p:cNvGrpSpPr/>
            <p:nvPr/>
          </p:nvGrpSpPr>
          <p:grpSpPr>
            <a:xfrm>
              <a:off x="8574551" y="-602537"/>
              <a:ext cx="879475" cy="1439864"/>
              <a:chOff x="704550" y="2022613"/>
              <a:chExt cx="879475" cy="1439864"/>
            </a:xfrm>
          </p:grpSpPr>
          <p:sp>
            <p:nvSpPr>
              <p:cNvPr id="391" name="Google Shape;391;p14"/>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392" name="Google Shape;392;p14"/>
              <p:cNvGrpSpPr/>
              <p:nvPr/>
            </p:nvGrpSpPr>
            <p:grpSpPr>
              <a:xfrm>
                <a:off x="839488" y="2182413"/>
                <a:ext cx="609600" cy="1117540"/>
                <a:chOff x="7453338" y="715125"/>
                <a:chExt cx="609600" cy="1117540"/>
              </a:xfrm>
            </p:grpSpPr>
            <p:cxnSp>
              <p:nvCxnSpPr>
                <p:cNvPr id="393" name="Google Shape;393;p14"/>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94" name="Google Shape;394;p14"/>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95" name="Google Shape;395;p14"/>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96" name="Google Shape;396;p14"/>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97" name="Google Shape;397;p14"/>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98" name="Google Shape;398;p14"/>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399" name="Google Shape;399;p14"/>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00" name="Google Shape;400;p14"/>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01" name="Google Shape;401;p14"/>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02" name="Google Shape;402;p14"/>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03" name="Google Shape;403;p14"/>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04" name="Google Shape;404;p14"/>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405" name="Google Shape;405;p14"/>
            <p:cNvGrpSpPr/>
            <p:nvPr/>
          </p:nvGrpSpPr>
          <p:grpSpPr>
            <a:xfrm>
              <a:off x="7335850" y="-153933"/>
              <a:ext cx="1094925" cy="430550"/>
              <a:chOff x="1862850" y="1718717"/>
              <a:chExt cx="1094925" cy="430550"/>
            </a:xfrm>
          </p:grpSpPr>
          <p:sp>
            <p:nvSpPr>
              <p:cNvPr id="406" name="Google Shape;406;p14"/>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407" name="Google Shape;407;p14"/>
              <p:cNvGrpSpPr/>
              <p:nvPr/>
            </p:nvGrpSpPr>
            <p:grpSpPr>
              <a:xfrm>
                <a:off x="1978095" y="1808221"/>
                <a:ext cx="877866" cy="203169"/>
                <a:chOff x="2181677" y="2165344"/>
                <a:chExt cx="674400" cy="203189"/>
              </a:xfrm>
            </p:grpSpPr>
            <p:cxnSp>
              <p:nvCxnSpPr>
                <p:cNvPr id="408" name="Google Shape;408;p14"/>
                <p:cNvCxnSpPr/>
                <p:nvPr/>
              </p:nvCxnSpPr>
              <p:spPr>
                <a:xfrm>
                  <a:off x="2181677" y="2165344"/>
                  <a:ext cx="674400" cy="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14"/>
                <p:cNvCxnSpPr/>
                <p:nvPr/>
              </p:nvCxnSpPr>
              <p:spPr>
                <a:xfrm>
                  <a:off x="2181677" y="2266938"/>
                  <a:ext cx="674400" cy="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14"/>
                <p:cNvCxnSpPr/>
                <p:nvPr/>
              </p:nvCxnSpPr>
              <p:spPr>
                <a:xfrm>
                  <a:off x="2181677" y="2368533"/>
                  <a:ext cx="2052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411" name="Google Shape;411;p14"/>
            <p:cNvGrpSpPr/>
            <p:nvPr/>
          </p:nvGrpSpPr>
          <p:grpSpPr>
            <a:xfrm flipH="1">
              <a:off x="8312900" y="1260000"/>
              <a:ext cx="1544651" cy="318600"/>
              <a:chOff x="6043400" y="3591300"/>
              <a:chExt cx="1544651" cy="318600"/>
            </a:xfrm>
          </p:grpSpPr>
          <p:sp>
            <p:nvSpPr>
              <p:cNvPr id="412" name="Google Shape;412;p14"/>
              <p:cNvSpPr/>
              <p:nvPr/>
            </p:nvSpPr>
            <p:spPr>
              <a:xfrm>
                <a:off x="6043400" y="3591300"/>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13" name="Google Shape;413;p14"/>
              <p:cNvGrpSpPr/>
              <p:nvPr/>
            </p:nvGrpSpPr>
            <p:grpSpPr>
              <a:xfrm>
                <a:off x="6141952" y="3680050"/>
                <a:ext cx="1369506" cy="102388"/>
                <a:chOff x="5848350" y="2788450"/>
                <a:chExt cx="1285800" cy="102388"/>
              </a:xfrm>
            </p:grpSpPr>
            <p:cxnSp>
              <p:nvCxnSpPr>
                <p:cNvPr id="414" name="Google Shape;414;p14"/>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415" name="Google Shape;415;p14"/>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416" name="Google Shape;416;p14"/>
          <p:cNvGrpSpPr/>
          <p:nvPr/>
        </p:nvGrpSpPr>
        <p:grpSpPr>
          <a:xfrm>
            <a:off x="8574559" y="1725825"/>
            <a:ext cx="303300" cy="311400"/>
            <a:chOff x="2089734" y="971900"/>
            <a:chExt cx="303300" cy="311400"/>
          </a:xfrm>
        </p:grpSpPr>
        <p:sp>
          <p:nvSpPr>
            <p:cNvPr id="417" name="Google Shape;417;p14"/>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8" name="Google Shape;418;p14"/>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_1">
    <p:spTree>
      <p:nvGrpSpPr>
        <p:cNvPr id="419" name="Shape 419"/>
        <p:cNvGrpSpPr/>
        <p:nvPr/>
      </p:nvGrpSpPr>
      <p:grpSpPr>
        <a:xfrm>
          <a:off x="0" y="0"/>
          <a:ext cx="0" cy="0"/>
          <a:chOff x="0" y="0"/>
          <a:chExt cx="0" cy="0"/>
        </a:xfrm>
      </p:grpSpPr>
      <p:sp>
        <p:nvSpPr>
          <p:cNvPr id="420" name="Google Shape;420;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21" name="Google Shape;421;p15"/>
          <p:cNvSpPr txBox="1"/>
          <p:nvPr>
            <p:ph idx="1" type="subTitle"/>
          </p:nvPr>
        </p:nvSpPr>
        <p:spPr>
          <a:xfrm>
            <a:off x="720000" y="1017725"/>
            <a:ext cx="5073600" cy="2238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cxnSp>
        <p:nvCxnSpPr>
          <p:cNvPr id="422" name="Google Shape;422;p15"/>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423" name="Google Shape;423;p15"/>
          <p:cNvGrpSpPr/>
          <p:nvPr/>
        </p:nvGrpSpPr>
        <p:grpSpPr>
          <a:xfrm>
            <a:off x="8491213" y="2056638"/>
            <a:ext cx="879475" cy="3252201"/>
            <a:chOff x="8491213" y="2056638"/>
            <a:chExt cx="879475" cy="3252201"/>
          </a:xfrm>
        </p:grpSpPr>
        <p:grpSp>
          <p:nvGrpSpPr>
            <p:cNvPr id="424" name="Google Shape;424;p15"/>
            <p:cNvGrpSpPr/>
            <p:nvPr/>
          </p:nvGrpSpPr>
          <p:grpSpPr>
            <a:xfrm>
              <a:off x="8491213" y="2056638"/>
              <a:ext cx="879475" cy="1439864"/>
              <a:chOff x="704550" y="2022613"/>
              <a:chExt cx="879475" cy="1439864"/>
            </a:xfrm>
          </p:grpSpPr>
          <p:sp>
            <p:nvSpPr>
              <p:cNvPr id="425" name="Google Shape;425;p15"/>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426" name="Google Shape;426;p15"/>
              <p:cNvGrpSpPr/>
              <p:nvPr/>
            </p:nvGrpSpPr>
            <p:grpSpPr>
              <a:xfrm>
                <a:off x="839488" y="2182413"/>
                <a:ext cx="609600" cy="1117540"/>
                <a:chOff x="7453338" y="715125"/>
                <a:chExt cx="609600" cy="1117540"/>
              </a:xfrm>
            </p:grpSpPr>
            <p:cxnSp>
              <p:nvCxnSpPr>
                <p:cNvPr id="427" name="Google Shape;427;p15"/>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28" name="Google Shape;428;p15"/>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29" name="Google Shape;429;p15"/>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0" name="Google Shape;430;p15"/>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1" name="Google Shape;431;p15"/>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2" name="Google Shape;432;p15"/>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3" name="Google Shape;433;p15"/>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4" name="Google Shape;434;p15"/>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5" name="Google Shape;435;p15"/>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p15"/>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7" name="Google Shape;437;p15"/>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38" name="Google Shape;438;p15"/>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439" name="Google Shape;439;p15"/>
            <p:cNvGrpSpPr/>
            <p:nvPr/>
          </p:nvGrpSpPr>
          <p:grpSpPr>
            <a:xfrm flipH="1">
              <a:off x="8491213" y="4838938"/>
              <a:ext cx="877888" cy="469900"/>
              <a:chOff x="6736325" y="4051538"/>
              <a:chExt cx="877888" cy="469900"/>
            </a:xfrm>
          </p:grpSpPr>
          <p:sp>
            <p:nvSpPr>
              <p:cNvPr id="440" name="Google Shape;440;p15"/>
              <p:cNvSpPr/>
              <p:nvPr/>
            </p:nvSpPr>
            <p:spPr>
              <a:xfrm>
                <a:off x="6736325" y="405153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41" name="Google Shape;441;p15"/>
              <p:cNvGrpSpPr/>
              <p:nvPr/>
            </p:nvGrpSpPr>
            <p:grpSpPr>
              <a:xfrm>
                <a:off x="6844621" y="4166350"/>
                <a:ext cx="667073" cy="204775"/>
                <a:chOff x="5848350" y="2788450"/>
                <a:chExt cx="1285800" cy="204775"/>
              </a:xfrm>
            </p:grpSpPr>
            <p:cxnSp>
              <p:nvCxnSpPr>
                <p:cNvPr id="442" name="Google Shape;442;p15"/>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15"/>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15"/>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445" name="Google Shape;445;p15"/>
          <p:cNvGrpSpPr/>
          <p:nvPr/>
        </p:nvGrpSpPr>
        <p:grpSpPr>
          <a:xfrm>
            <a:off x="8491222" y="1576000"/>
            <a:ext cx="303300" cy="311400"/>
            <a:chOff x="2089734" y="971900"/>
            <a:chExt cx="303300" cy="311400"/>
          </a:xfrm>
        </p:grpSpPr>
        <p:sp>
          <p:nvSpPr>
            <p:cNvPr id="446" name="Google Shape;446;p15"/>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47" name="Google Shape;447;p15"/>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48" name="Shape 448"/>
        <p:cNvGrpSpPr/>
        <p:nvPr/>
      </p:nvGrpSpPr>
      <p:grpSpPr>
        <a:xfrm>
          <a:off x="0" y="0"/>
          <a:ext cx="0" cy="0"/>
          <a:chOff x="0" y="0"/>
          <a:chExt cx="0" cy="0"/>
        </a:xfrm>
      </p:grpSpPr>
      <p:sp>
        <p:nvSpPr>
          <p:cNvPr id="449" name="Google Shape;44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50" name="Google Shape;450;p16"/>
          <p:cNvSpPr txBox="1"/>
          <p:nvPr>
            <p:ph idx="1" type="subTitle"/>
          </p:nvPr>
        </p:nvSpPr>
        <p:spPr>
          <a:xfrm>
            <a:off x="937625" y="2631048"/>
            <a:ext cx="2175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1" name="Google Shape;451;p16"/>
          <p:cNvSpPr txBox="1"/>
          <p:nvPr>
            <p:ph idx="2" type="subTitle"/>
          </p:nvPr>
        </p:nvSpPr>
        <p:spPr>
          <a:xfrm>
            <a:off x="3484347" y="2631048"/>
            <a:ext cx="2175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2" name="Google Shape;452;p16"/>
          <p:cNvSpPr txBox="1"/>
          <p:nvPr>
            <p:ph idx="3" type="subTitle"/>
          </p:nvPr>
        </p:nvSpPr>
        <p:spPr>
          <a:xfrm>
            <a:off x="6031075" y="2631048"/>
            <a:ext cx="2175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3" name="Google Shape;453;p16"/>
          <p:cNvSpPr txBox="1"/>
          <p:nvPr>
            <p:ph idx="4" type="subTitle"/>
          </p:nvPr>
        </p:nvSpPr>
        <p:spPr>
          <a:xfrm>
            <a:off x="937625" y="2186851"/>
            <a:ext cx="2175300" cy="504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454" name="Google Shape;454;p16"/>
          <p:cNvSpPr txBox="1"/>
          <p:nvPr>
            <p:ph idx="5" type="subTitle"/>
          </p:nvPr>
        </p:nvSpPr>
        <p:spPr>
          <a:xfrm>
            <a:off x="3484350" y="2186851"/>
            <a:ext cx="2175300" cy="504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455" name="Google Shape;455;p16"/>
          <p:cNvSpPr txBox="1"/>
          <p:nvPr>
            <p:ph idx="6" type="subTitle"/>
          </p:nvPr>
        </p:nvSpPr>
        <p:spPr>
          <a:xfrm>
            <a:off x="6031075" y="2186851"/>
            <a:ext cx="2175300" cy="504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456" name="Google Shape;456;p16"/>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457" name="Google Shape;457;p16"/>
          <p:cNvGrpSpPr/>
          <p:nvPr/>
        </p:nvGrpSpPr>
        <p:grpSpPr>
          <a:xfrm>
            <a:off x="7316963" y="-172350"/>
            <a:ext cx="2140313" cy="3147226"/>
            <a:chOff x="7316963" y="-120400"/>
            <a:chExt cx="2140313" cy="3147226"/>
          </a:xfrm>
        </p:grpSpPr>
        <p:grpSp>
          <p:nvGrpSpPr>
            <p:cNvPr id="458" name="Google Shape;458;p16"/>
            <p:cNvGrpSpPr/>
            <p:nvPr/>
          </p:nvGrpSpPr>
          <p:grpSpPr>
            <a:xfrm>
              <a:off x="8090725" y="938542"/>
              <a:ext cx="1094925" cy="430550"/>
              <a:chOff x="1862850" y="1718717"/>
              <a:chExt cx="1094925" cy="430550"/>
            </a:xfrm>
          </p:grpSpPr>
          <p:sp>
            <p:nvSpPr>
              <p:cNvPr id="459" name="Google Shape;459;p16"/>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460" name="Google Shape;460;p16"/>
              <p:cNvGrpSpPr/>
              <p:nvPr/>
            </p:nvGrpSpPr>
            <p:grpSpPr>
              <a:xfrm>
                <a:off x="1978095" y="1808221"/>
                <a:ext cx="877866" cy="203169"/>
                <a:chOff x="2181677" y="2165344"/>
                <a:chExt cx="674400" cy="203189"/>
              </a:xfrm>
            </p:grpSpPr>
            <p:cxnSp>
              <p:nvCxnSpPr>
                <p:cNvPr id="461" name="Google Shape;461;p16"/>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462" name="Google Shape;462;p16"/>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463" name="Google Shape;463;p16"/>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464" name="Google Shape;464;p16"/>
            <p:cNvGrpSpPr/>
            <p:nvPr/>
          </p:nvGrpSpPr>
          <p:grpSpPr>
            <a:xfrm>
              <a:off x="7316963" y="-120400"/>
              <a:ext cx="1544638" cy="528638"/>
              <a:chOff x="5728088" y="2646488"/>
              <a:chExt cx="1544638" cy="528638"/>
            </a:xfrm>
          </p:grpSpPr>
          <p:sp>
            <p:nvSpPr>
              <p:cNvPr id="465" name="Google Shape;465;p16"/>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66" name="Google Shape;466;p16"/>
              <p:cNvGrpSpPr/>
              <p:nvPr/>
            </p:nvGrpSpPr>
            <p:grpSpPr>
              <a:xfrm>
                <a:off x="5857513" y="2784594"/>
                <a:ext cx="1285800" cy="204775"/>
                <a:chOff x="5848350" y="2788450"/>
                <a:chExt cx="1285800" cy="204775"/>
              </a:xfrm>
            </p:grpSpPr>
            <p:cxnSp>
              <p:nvCxnSpPr>
                <p:cNvPr id="467" name="Google Shape;467;p16"/>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16"/>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469" name="Google Shape;469;p16"/>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470" name="Google Shape;470;p16"/>
            <p:cNvGrpSpPr/>
            <p:nvPr/>
          </p:nvGrpSpPr>
          <p:grpSpPr>
            <a:xfrm>
              <a:off x="8577801" y="1586963"/>
              <a:ext cx="879475" cy="1439864"/>
              <a:chOff x="704550" y="2022613"/>
              <a:chExt cx="879475" cy="1439864"/>
            </a:xfrm>
          </p:grpSpPr>
          <p:sp>
            <p:nvSpPr>
              <p:cNvPr id="471" name="Google Shape;471;p16"/>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3"/>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472" name="Google Shape;472;p16"/>
              <p:cNvGrpSpPr/>
              <p:nvPr/>
            </p:nvGrpSpPr>
            <p:grpSpPr>
              <a:xfrm>
                <a:off x="839488" y="2182413"/>
                <a:ext cx="609600" cy="1117540"/>
                <a:chOff x="7453338" y="715125"/>
                <a:chExt cx="609600" cy="1117540"/>
              </a:xfrm>
            </p:grpSpPr>
            <p:cxnSp>
              <p:nvCxnSpPr>
                <p:cNvPr id="473" name="Google Shape;473;p16"/>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74" name="Google Shape;474;p16"/>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75" name="Google Shape;475;p16"/>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76" name="Google Shape;476;p16"/>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77" name="Google Shape;477;p16"/>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78" name="Google Shape;478;p16"/>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79" name="Google Shape;479;p16"/>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80" name="Google Shape;480;p16"/>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81" name="Google Shape;481;p16"/>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82" name="Google Shape;482;p16"/>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83" name="Google Shape;483;p16"/>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484" name="Google Shape;484;p16"/>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485" name="Google Shape;485;p16"/>
          <p:cNvGrpSpPr/>
          <p:nvPr/>
        </p:nvGrpSpPr>
        <p:grpSpPr>
          <a:xfrm>
            <a:off x="8424009" y="539500"/>
            <a:ext cx="303300" cy="311400"/>
            <a:chOff x="2089734" y="971900"/>
            <a:chExt cx="303300" cy="311400"/>
          </a:xfrm>
        </p:grpSpPr>
        <p:sp>
          <p:nvSpPr>
            <p:cNvPr id="486" name="Google Shape;486;p16"/>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87" name="Google Shape;487;p16"/>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88" name="Shape 488"/>
        <p:cNvGrpSpPr/>
        <p:nvPr/>
      </p:nvGrpSpPr>
      <p:grpSpPr>
        <a:xfrm>
          <a:off x="0" y="0"/>
          <a:ext cx="0" cy="0"/>
          <a:chOff x="0" y="0"/>
          <a:chExt cx="0" cy="0"/>
        </a:xfrm>
      </p:grpSpPr>
      <p:sp>
        <p:nvSpPr>
          <p:cNvPr id="489" name="Google Shape;48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90" name="Google Shape;490;p17"/>
          <p:cNvSpPr txBox="1"/>
          <p:nvPr>
            <p:ph idx="1" type="subTitle"/>
          </p:nvPr>
        </p:nvSpPr>
        <p:spPr>
          <a:xfrm>
            <a:off x="1356425" y="1920225"/>
            <a:ext cx="30597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91" name="Google Shape;491;p17"/>
          <p:cNvSpPr txBox="1"/>
          <p:nvPr>
            <p:ph idx="2" type="subTitle"/>
          </p:nvPr>
        </p:nvSpPr>
        <p:spPr>
          <a:xfrm>
            <a:off x="5174804" y="1920225"/>
            <a:ext cx="30597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92" name="Google Shape;492;p17"/>
          <p:cNvSpPr txBox="1"/>
          <p:nvPr>
            <p:ph idx="3" type="subTitle"/>
          </p:nvPr>
        </p:nvSpPr>
        <p:spPr>
          <a:xfrm>
            <a:off x="1356425" y="3423400"/>
            <a:ext cx="30597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93" name="Google Shape;493;p17"/>
          <p:cNvSpPr txBox="1"/>
          <p:nvPr>
            <p:ph idx="4" type="subTitle"/>
          </p:nvPr>
        </p:nvSpPr>
        <p:spPr>
          <a:xfrm>
            <a:off x="5174804" y="3423400"/>
            <a:ext cx="30597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94" name="Google Shape;494;p17"/>
          <p:cNvSpPr txBox="1"/>
          <p:nvPr>
            <p:ph idx="5" type="subTitle"/>
          </p:nvPr>
        </p:nvSpPr>
        <p:spPr>
          <a:xfrm>
            <a:off x="1356425" y="1523625"/>
            <a:ext cx="3059700" cy="469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495" name="Google Shape;495;p17"/>
          <p:cNvSpPr txBox="1"/>
          <p:nvPr>
            <p:ph idx="6" type="subTitle"/>
          </p:nvPr>
        </p:nvSpPr>
        <p:spPr>
          <a:xfrm>
            <a:off x="1356425" y="3001425"/>
            <a:ext cx="3059700" cy="495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496" name="Google Shape;496;p17"/>
          <p:cNvSpPr txBox="1"/>
          <p:nvPr>
            <p:ph idx="7" type="subTitle"/>
          </p:nvPr>
        </p:nvSpPr>
        <p:spPr>
          <a:xfrm>
            <a:off x="5174775" y="1523625"/>
            <a:ext cx="3059700" cy="469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497" name="Google Shape;497;p17"/>
          <p:cNvSpPr txBox="1"/>
          <p:nvPr>
            <p:ph idx="8" type="subTitle"/>
          </p:nvPr>
        </p:nvSpPr>
        <p:spPr>
          <a:xfrm>
            <a:off x="5174775" y="3001425"/>
            <a:ext cx="3059700" cy="495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498" name="Google Shape;498;p17"/>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499" name="Google Shape;499;p17"/>
          <p:cNvGrpSpPr/>
          <p:nvPr/>
        </p:nvGrpSpPr>
        <p:grpSpPr>
          <a:xfrm>
            <a:off x="7546100" y="2975104"/>
            <a:ext cx="1979599" cy="2421696"/>
            <a:chOff x="7546100" y="2975104"/>
            <a:chExt cx="1979599" cy="2421696"/>
          </a:xfrm>
        </p:grpSpPr>
        <p:grpSp>
          <p:nvGrpSpPr>
            <p:cNvPr id="500" name="Google Shape;500;p17"/>
            <p:cNvGrpSpPr/>
            <p:nvPr/>
          </p:nvGrpSpPr>
          <p:grpSpPr>
            <a:xfrm>
              <a:off x="8589226" y="3572925"/>
              <a:ext cx="879475" cy="1439864"/>
              <a:chOff x="704550" y="2022613"/>
              <a:chExt cx="879475" cy="1439864"/>
            </a:xfrm>
          </p:grpSpPr>
          <p:sp>
            <p:nvSpPr>
              <p:cNvPr id="501" name="Google Shape;501;p17"/>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502" name="Google Shape;502;p17"/>
              <p:cNvGrpSpPr/>
              <p:nvPr/>
            </p:nvGrpSpPr>
            <p:grpSpPr>
              <a:xfrm>
                <a:off x="839488" y="2182413"/>
                <a:ext cx="609600" cy="1117540"/>
                <a:chOff x="7453338" y="715125"/>
                <a:chExt cx="609600" cy="1117540"/>
              </a:xfrm>
            </p:grpSpPr>
            <p:cxnSp>
              <p:nvCxnSpPr>
                <p:cNvPr id="503" name="Google Shape;503;p17"/>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4" name="Google Shape;504;p17"/>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5" name="Google Shape;505;p17"/>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6" name="Google Shape;506;p17"/>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7" name="Google Shape;507;p17"/>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8" name="Google Shape;508;p17"/>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09" name="Google Shape;509;p17"/>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10" name="Google Shape;510;p17"/>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11" name="Google Shape;511;p17"/>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12" name="Google Shape;512;p17"/>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13" name="Google Shape;513;p17"/>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14" name="Google Shape;514;p17"/>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15" name="Google Shape;515;p17"/>
            <p:cNvGrpSpPr/>
            <p:nvPr/>
          </p:nvGrpSpPr>
          <p:grpSpPr>
            <a:xfrm flipH="1">
              <a:off x="7546100" y="4926901"/>
              <a:ext cx="877888" cy="469900"/>
              <a:chOff x="2079875" y="3121151"/>
              <a:chExt cx="877888" cy="469900"/>
            </a:xfrm>
          </p:grpSpPr>
          <p:sp>
            <p:nvSpPr>
              <p:cNvPr id="516" name="Google Shape;516;p17"/>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17" name="Google Shape;517;p17"/>
              <p:cNvGrpSpPr/>
              <p:nvPr/>
            </p:nvGrpSpPr>
            <p:grpSpPr>
              <a:xfrm>
                <a:off x="2181689" y="3241906"/>
                <a:ext cx="674400" cy="203189"/>
                <a:chOff x="2181677" y="2165344"/>
                <a:chExt cx="674400" cy="203189"/>
              </a:xfrm>
            </p:grpSpPr>
            <p:cxnSp>
              <p:nvCxnSpPr>
                <p:cNvPr id="518" name="Google Shape;518;p17"/>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519" name="Google Shape;519;p17"/>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520" name="Google Shape;520;p17"/>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21" name="Google Shape;521;p17"/>
            <p:cNvGrpSpPr/>
            <p:nvPr/>
          </p:nvGrpSpPr>
          <p:grpSpPr>
            <a:xfrm flipH="1">
              <a:off x="8430775" y="2975104"/>
              <a:ext cx="1094925" cy="430550"/>
              <a:chOff x="1862850" y="1718717"/>
              <a:chExt cx="1094925" cy="430550"/>
            </a:xfrm>
          </p:grpSpPr>
          <p:sp>
            <p:nvSpPr>
              <p:cNvPr id="522" name="Google Shape;522;p17"/>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523" name="Google Shape;523;p17"/>
              <p:cNvGrpSpPr/>
              <p:nvPr/>
            </p:nvGrpSpPr>
            <p:grpSpPr>
              <a:xfrm>
                <a:off x="1978095" y="1808221"/>
                <a:ext cx="877866" cy="203169"/>
                <a:chOff x="2181677" y="2165344"/>
                <a:chExt cx="674400" cy="203189"/>
              </a:xfrm>
            </p:grpSpPr>
            <p:cxnSp>
              <p:nvCxnSpPr>
                <p:cNvPr id="524" name="Google Shape;524;p17"/>
                <p:cNvCxnSpPr/>
                <p:nvPr/>
              </p:nvCxnSpPr>
              <p:spPr>
                <a:xfrm>
                  <a:off x="2181677" y="2165344"/>
                  <a:ext cx="674400" cy="0"/>
                </a:xfrm>
                <a:prstGeom prst="straightConnector1">
                  <a:avLst/>
                </a:prstGeom>
                <a:noFill/>
                <a:ln cap="flat" cmpd="sng" w="9525">
                  <a:solidFill>
                    <a:schemeClr val="dk2"/>
                  </a:solidFill>
                  <a:prstDash val="solid"/>
                  <a:round/>
                  <a:headEnd len="med" w="med" type="none"/>
                  <a:tailEnd len="med" w="med" type="none"/>
                </a:ln>
              </p:spPr>
            </p:cxnSp>
            <p:cxnSp>
              <p:nvCxnSpPr>
                <p:cNvPr id="525" name="Google Shape;525;p17"/>
                <p:cNvCxnSpPr/>
                <p:nvPr/>
              </p:nvCxnSpPr>
              <p:spPr>
                <a:xfrm>
                  <a:off x="2181677" y="2266938"/>
                  <a:ext cx="674400" cy="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17"/>
                <p:cNvCxnSpPr/>
                <p:nvPr/>
              </p:nvCxnSpPr>
              <p:spPr>
                <a:xfrm>
                  <a:off x="2181677" y="2368533"/>
                  <a:ext cx="2052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527" name="Google Shape;527;p17"/>
          <p:cNvGrpSpPr/>
          <p:nvPr/>
        </p:nvGrpSpPr>
        <p:grpSpPr>
          <a:xfrm>
            <a:off x="8127467" y="4292600"/>
            <a:ext cx="303300" cy="311400"/>
            <a:chOff x="1663317" y="971900"/>
            <a:chExt cx="303300" cy="311400"/>
          </a:xfrm>
        </p:grpSpPr>
        <p:sp>
          <p:nvSpPr>
            <p:cNvPr id="528" name="Google Shape;528;p17"/>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9" name="Google Shape;529;p17"/>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30" name="Shape 530"/>
        <p:cNvGrpSpPr/>
        <p:nvPr/>
      </p:nvGrpSpPr>
      <p:grpSpPr>
        <a:xfrm>
          <a:off x="0" y="0"/>
          <a:ext cx="0" cy="0"/>
          <a:chOff x="0" y="0"/>
          <a:chExt cx="0" cy="0"/>
        </a:xfrm>
      </p:grpSpPr>
      <p:sp>
        <p:nvSpPr>
          <p:cNvPr id="531" name="Google Shape;53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32" name="Google Shape;532;p18"/>
          <p:cNvSpPr txBox="1"/>
          <p:nvPr>
            <p:ph idx="1" type="subTitle"/>
          </p:nvPr>
        </p:nvSpPr>
        <p:spPr>
          <a:xfrm>
            <a:off x="723900" y="2099000"/>
            <a:ext cx="2350200" cy="82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3" name="Google Shape;533;p18"/>
          <p:cNvSpPr txBox="1"/>
          <p:nvPr>
            <p:ph idx="2" type="subTitle"/>
          </p:nvPr>
        </p:nvSpPr>
        <p:spPr>
          <a:xfrm>
            <a:off x="3400788" y="2099007"/>
            <a:ext cx="2350200" cy="82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4" name="Google Shape;534;p18"/>
          <p:cNvSpPr txBox="1"/>
          <p:nvPr>
            <p:ph idx="3" type="subTitle"/>
          </p:nvPr>
        </p:nvSpPr>
        <p:spPr>
          <a:xfrm>
            <a:off x="723900" y="3836125"/>
            <a:ext cx="2350200" cy="82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5" name="Google Shape;535;p18"/>
          <p:cNvSpPr txBox="1"/>
          <p:nvPr>
            <p:ph idx="4" type="subTitle"/>
          </p:nvPr>
        </p:nvSpPr>
        <p:spPr>
          <a:xfrm>
            <a:off x="3400799" y="3836125"/>
            <a:ext cx="2350200" cy="82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6" name="Google Shape;536;p18"/>
          <p:cNvSpPr txBox="1"/>
          <p:nvPr>
            <p:ph idx="5" type="subTitle"/>
          </p:nvPr>
        </p:nvSpPr>
        <p:spPr>
          <a:xfrm>
            <a:off x="6077676" y="2099007"/>
            <a:ext cx="2350200" cy="82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7" name="Google Shape;537;p18"/>
          <p:cNvSpPr txBox="1"/>
          <p:nvPr>
            <p:ph idx="6" type="subTitle"/>
          </p:nvPr>
        </p:nvSpPr>
        <p:spPr>
          <a:xfrm>
            <a:off x="6077699" y="3836125"/>
            <a:ext cx="2350200" cy="82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38" name="Google Shape;538;p18"/>
          <p:cNvSpPr txBox="1"/>
          <p:nvPr>
            <p:ph idx="7" type="subTitle"/>
          </p:nvPr>
        </p:nvSpPr>
        <p:spPr>
          <a:xfrm>
            <a:off x="733125" y="1667952"/>
            <a:ext cx="2341200" cy="49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539" name="Google Shape;539;p18"/>
          <p:cNvSpPr txBox="1"/>
          <p:nvPr>
            <p:ph idx="8" type="subTitle"/>
          </p:nvPr>
        </p:nvSpPr>
        <p:spPr>
          <a:xfrm>
            <a:off x="3407712" y="1667959"/>
            <a:ext cx="2341200" cy="49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540" name="Google Shape;540;p18"/>
          <p:cNvSpPr txBox="1"/>
          <p:nvPr>
            <p:ph idx="9" type="subTitle"/>
          </p:nvPr>
        </p:nvSpPr>
        <p:spPr>
          <a:xfrm>
            <a:off x="6082299" y="1667959"/>
            <a:ext cx="2341200" cy="49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541" name="Google Shape;541;p18"/>
          <p:cNvSpPr txBox="1"/>
          <p:nvPr>
            <p:ph idx="13" type="subTitle"/>
          </p:nvPr>
        </p:nvSpPr>
        <p:spPr>
          <a:xfrm>
            <a:off x="723900" y="3401875"/>
            <a:ext cx="2350200" cy="491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542" name="Google Shape;542;p18"/>
          <p:cNvSpPr txBox="1"/>
          <p:nvPr>
            <p:ph idx="14" type="subTitle"/>
          </p:nvPr>
        </p:nvSpPr>
        <p:spPr>
          <a:xfrm>
            <a:off x="3407716" y="3401875"/>
            <a:ext cx="2341200" cy="491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sp>
        <p:nvSpPr>
          <p:cNvPr id="543" name="Google Shape;543;p18"/>
          <p:cNvSpPr txBox="1"/>
          <p:nvPr>
            <p:ph idx="15" type="subTitle"/>
          </p:nvPr>
        </p:nvSpPr>
        <p:spPr>
          <a:xfrm>
            <a:off x="6082302" y="3401875"/>
            <a:ext cx="2341200" cy="491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ela Gothic One"/>
              <a:buNone/>
              <a:defRPr sz="1800">
                <a:solidFill>
                  <a:schemeClr val="dk1"/>
                </a:solidFill>
                <a:latin typeface="Dela Gothic One"/>
                <a:ea typeface="Dela Gothic One"/>
                <a:cs typeface="Dela Gothic One"/>
                <a:sym typeface="Dela Gothic One"/>
              </a:defRPr>
            </a:lvl1pPr>
            <a:lvl2pPr lvl="1"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2pPr>
            <a:lvl3pPr lvl="2"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3pPr>
            <a:lvl4pPr lvl="3"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4pPr>
            <a:lvl5pPr lvl="4"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5pPr>
            <a:lvl6pPr lvl="5"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6pPr>
            <a:lvl7pPr lvl="6"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7pPr>
            <a:lvl8pPr lvl="7"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8pPr>
            <a:lvl9pPr lvl="8" rtl="0" algn="ctr">
              <a:lnSpc>
                <a:spcPct val="100000"/>
              </a:lnSpc>
              <a:spcBef>
                <a:spcPts val="0"/>
              </a:spcBef>
              <a:spcAft>
                <a:spcPts val="0"/>
              </a:spcAft>
              <a:buSzPts val="2400"/>
              <a:buFont typeface="Dela Gothic One"/>
              <a:buNone/>
              <a:defRPr b="1" sz="2400">
                <a:latin typeface="Dela Gothic One"/>
                <a:ea typeface="Dela Gothic One"/>
                <a:cs typeface="Dela Gothic One"/>
                <a:sym typeface="Dela Gothic One"/>
              </a:defRPr>
            </a:lvl9pPr>
          </a:lstStyle>
          <a:p/>
        </p:txBody>
      </p:sp>
      <p:cxnSp>
        <p:nvCxnSpPr>
          <p:cNvPr id="544" name="Google Shape;544;p18"/>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545" name="Google Shape;545;p18"/>
          <p:cNvGrpSpPr/>
          <p:nvPr/>
        </p:nvGrpSpPr>
        <p:grpSpPr>
          <a:xfrm>
            <a:off x="7211075" y="-135949"/>
            <a:ext cx="2300200" cy="2268201"/>
            <a:chOff x="7211075" y="-135949"/>
            <a:chExt cx="2300200" cy="2268201"/>
          </a:xfrm>
        </p:grpSpPr>
        <p:grpSp>
          <p:nvGrpSpPr>
            <p:cNvPr id="546" name="Google Shape;546;p18"/>
            <p:cNvGrpSpPr/>
            <p:nvPr/>
          </p:nvGrpSpPr>
          <p:grpSpPr>
            <a:xfrm>
              <a:off x="7211075" y="-135950"/>
              <a:ext cx="877888" cy="469900"/>
              <a:chOff x="2079875" y="3121151"/>
              <a:chExt cx="877888" cy="469900"/>
            </a:xfrm>
          </p:grpSpPr>
          <p:sp>
            <p:nvSpPr>
              <p:cNvPr id="547" name="Google Shape;547;p18"/>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48" name="Google Shape;548;p18"/>
              <p:cNvGrpSpPr/>
              <p:nvPr/>
            </p:nvGrpSpPr>
            <p:grpSpPr>
              <a:xfrm>
                <a:off x="2181689" y="3241906"/>
                <a:ext cx="674400" cy="203189"/>
                <a:chOff x="2181677" y="2165344"/>
                <a:chExt cx="674400" cy="203189"/>
              </a:xfrm>
            </p:grpSpPr>
            <p:cxnSp>
              <p:nvCxnSpPr>
                <p:cNvPr id="549" name="Google Shape;549;p18"/>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550" name="Google Shape;550;p18"/>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551" name="Google Shape;551;p18"/>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552" name="Google Shape;552;p18"/>
            <p:cNvGrpSpPr/>
            <p:nvPr/>
          </p:nvGrpSpPr>
          <p:grpSpPr>
            <a:xfrm flipH="1">
              <a:off x="8324350" y="69588"/>
              <a:ext cx="877888" cy="469900"/>
              <a:chOff x="7327075" y="3825188"/>
              <a:chExt cx="877888" cy="469900"/>
            </a:xfrm>
          </p:grpSpPr>
          <p:sp>
            <p:nvSpPr>
              <p:cNvPr id="553" name="Google Shape;553;p18"/>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4" name="Google Shape;554;p18"/>
              <p:cNvGrpSpPr/>
              <p:nvPr/>
            </p:nvGrpSpPr>
            <p:grpSpPr>
              <a:xfrm>
                <a:off x="7435371" y="3940000"/>
                <a:ext cx="667073" cy="204775"/>
                <a:chOff x="5848350" y="2788450"/>
                <a:chExt cx="1285800" cy="204775"/>
              </a:xfrm>
            </p:grpSpPr>
            <p:cxnSp>
              <p:nvCxnSpPr>
                <p:cNvPr id="555" name="Google Shape;555;p18"/>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556" name="Google Shape;556;p18"/>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557" name="Google Shape;557;p18"/>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558" name="Google Shape;558;p18"/>
            <p:cNvGrpSpPr/>
            <p:nvPr/>
          </p:nvGrpSpPr>
          <p:grpSpPr>
            <a:xfrm>
              <a:off x="8631801" y="692388"/>
              <a:ext cx="879475" cy="1439864"/>
              <a:chOff x="704550" y="2022613"/>
              <a:chExt cx="879475" cy="1439864"/>
            </a:xfrm>
          </p:grpSpPr>
          <p:sp>
            <p:nvSpPr>
              <p:cNvPr id="559" name="Google Shape;559;p18"/>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560" name="Google Shape;560;p18"/>
              <p:cNvGrpSpPr/>
              <p:nvPr/>
            </p:nvGrpSpPr>
            <p:grpSpPr>
              <a:xfrm>
                <a:off x="839488" y="2182413"/>
                <a:ext cx="609600" cy="1117540"/>
                <a:chOff x="7453338" y="715125"/>
                <a:chExt cx="609600" cy="1117540"/>
              </a:xfrm>
            </p:grpSpPr>
            <p:cxnSp>
              <p:nvCxnSpPr>
                <p:cNvPr id="561" name="Google Shape;561;p18"/>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2" name="Google Shape;562;p18"/>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3" name="Google Shape;563;p18"/>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4" name="Google Shape;564;p18"/>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5" name="Google Shape;565;p18"/>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6" name="Google Shape;566;p18"/>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7" name="Google Shape;567;p18"/>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8" name="Google Shape;568;p18"/>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69" name="Google Shape;569;p18"/>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70" name="Google Shape;570;p18"/>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71" name="Google Shape;571;p18"/>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572" name="Google Shape;572;p18"/>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573" name="Google Shape;573;p18"/>
          <p:cNvGrpSpPr/>
          <p:nvPr/>
        </p:nvGrpSpPr>
        <p:grpSpPr>
          <a:xfrm>
            <a:off x="8127475" y="817425"/>
            <a:ext cx="303300" cy="311400"/>
            <a:chOff x="2472975" y="971900"/>
            <a:chExt cx="303300" cy="311400"/>
          </a:xfrm>
        </p:grpSpPr>
        <p:sp>
          <p:nvSpPr>
            <p:cNvPr id="574" name="Google Shape;574;p18"/>
            <p:cNvSpPr/>
            <p:nvPr/>
          </p:nvSpPr>
          <p:spPr>
            <a:xfrm>
              <a:off x="2472975"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5" name="Google Shape;575;p18"/>
            <p:cNvSpPr/>
            <p:nvPr/>
          </p:nvSpPr>
          <p:spPr>
            <a:xfrm rot="5400000">
              <a:off x="2576925" y="1076500"/>
              <a:ext cx="118500" cy="102300"/>
            </a:xfrm>
            <a:prstGeom prst="triangle">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76" name="Shape 576"/>
        <p:cNvGrpSpPr/>
        <p:nvPr/>
      </p:nvGrpSpPr>
      <p:grpSpPr>
        <a:xfrm>
          <a:off x="0" y="0"/>
          <a:ext cx="0" cy="0"/>
          <a:chOff x="0" y="0"/>
          <a:chExt cx="0" cy="0"/>
        </a:xfrm>
      </p:grpSpPr>
      <p:grpSp>
        <p:nvGrpSpPr>
          <p:cNvPr id="577" name="Google Shape;577;p19"/>
          <p:cNvGrpSpPr/>
          <p:nvPr/>
        </p:nvGrpSpPr>
        <p:grpSpPr>
          <a:xfrm>
            <a:off x="326250" y="4505375"/>
            <a:ext cx="8491500" cy="318625"/>
            <a:chOff x="326250" y="4505375"/>
            <a:chExt cx="8491500" cy="318625"/>
          </a:xfrm>
        </p:grpSpPr>
        <p:sp>
          <p:nvSpPr>
            <p:cNvPr id="578" name="Google Shape;578;p19"/>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579" name="Google Shape;579;p19"/>
            <p:cNvGrpSpPr/>
            <p:nvPr/>
          </p:nvGrpSpPr>
          <p:grpSpPr>
            <a:xfrm>
              <a:off x="8361877" y="4505375"/>
              <a:ext cx="455613" cy="318598"/>
              <a:chOff x="8362100" y="4505388"/>
              <a:chExt cx="455613" cy="315913"/>
            </a:xfrm>
          </p:grpSpPr>
          <p:sp>
            <p:nvSpPr>
              <p:cNvPr id="580" name="Google Shape;580;p19"/>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1" name="Google Shape;581;p19"/>
              <p:cNvGrpSpPr/>
              <p:nvPr/>
            </p:nvGrpSpPr>
            <p:grpSpPr>
              <a:xfrm>
                <a:off x="8477349" y="4595021"/>
                <a:ext cx="161419" cy="156795"/>
                <a:chOff x="10138900" y="2314588"/>
                <a:chExt cx="165101" cy="160338"/>
              </a:xfrm>
            </p:grpSpPr>
            <p:sp>
              <p:nvSpPr>
                <p:cNvPr id="582" name="Google Shape;582;p19"/>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19"/>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584" name="Google Shape;584;p19"/>
          <p:cNvSpPr txBox="1"/>
          <p:nvPr>
            <p:ph hasCustomPrompt="1" type="title"/>
          </p:nvPr>
        </p:nvSpPr>
        <p:spPr>
          <a:xfrm>
            <a:off x="4323175" y="2056275"/>
            <a:ext cx="3345600" cy="656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85" name="Google Shape;585;p19"/>
          <p:cNvSpPr txBox="1"/>
          <p:nvPr>
            <p:ph idx="1" type="subTitle"/>
          </p:nvPr>
        </p:nvSpPr>
        <p:spPr>
          <a:xfrm>
            <a:off x="4323175" y="2716825"/>
            <a:ext cx="3345600" cy="282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86" name="Google Shape;586;p19"/>
          <p:cNvSpPr txBox="1"/>
          <p:nvPr>
            <p:ph hasCustomPrompt="1" idx="2" type="title"/>
          </p:nvPr>
        </p:nvSpPr>
        <p:spPr>
          <a:xfrm>
            <a:off x="3789775" y="791000"/>
            <a:ext cx="3345600" cy="656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87" name="Google Shape;587;p19"/>
          <p:cNvSpPr txBox="1"/>
          <p:nvPr>
            <p:ph idx="3" type="subTitle"/>
          </p:nvPr>
        </p:nvSpPr>
        <p:spPr>
          <a:xfrm>
            <a:off x="3789775" y="1452000"/>
            <a:ext cx="3345600" cy="282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88" name="Google Shape;588;p19"/>
          <p:cNvSpPr txBox="1"/>
          <p:nvPr>
            <p:ph hasCustomPrompt="1" idx="4" type="title"/>
          </p:nvPr>
        </p:nvSpPr>
        <p:spPr>
          <a:xfrm>
            <a:off x="4856575" y="3321550"/>
            <a:ext cx="3345600" cy="6564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a:solidFill>
                  <a:schemeClr val="l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589" name="Google Shape;589;p19"/>
          <p:cNvSpPr txBox="1"/>
          <p:nvPr>
            <p:ph idx="5" type="subTitle"/>
          </p:nvPr>
        </p:nvSpPr>
        <p:spPr>
          <a:xfrm>
            <a:off x="4856575" y="3981650"/>
            <a:ext cx="3345600" cy="282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None/>
              <a:defRPr sz="1400">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None/>
              <a:defRPr>
                <a:solidFill>
                  <a:schemeClr val="dk1"/>
                </a:solidFill>
              </a:defRPr>
            </a:lvl4pPr>
            <a:lvl5pPr lvl="4" rtl="0" algn="ctr">
              <a:lnSpc>
                <a:spcPct val="100000"/>
              </a:lnSpc>
              <a:spcBef>
                <a:spcPts val="0"/>
              </a:spcBef>
              <a:spcAft>
                <a:spcPts val="0"/>
              </a:spcAft>
              <a:buClr>
                <a:schemeClr val="dk1"/>
              </a:buClr>
              <a:buSzPts val="1200"/>
              <a:buNone/>
              <a:defRPr>
                <a:solidFill>
                  <a:schemeClr val="dk1"/>
                </a:solidFill>
              </a:defRPr>
            </a:lvl5pPr>
            <a:lvl6pPr lvl="5" rtl="0" algn="ctr">
              <a:lnSpc>
                <a:spcPct val="100000"/>
              </a:lnSpc>
              <a:spcBef>
                <a:spcPts val="0"/>
              </a:spcBef>
              <a:spcAft>
                <a:spcPts val="0"/>
              </a:spcAft>
              <a:buClr>
                <a:schemeClr val="dk1"/>
              </a:buClr>
              <a:buSzPts val="1200"/>
              <a:buNone/>
              <a:defRPr>
                <a:solidFill>
                  <a:schemeClr val="dk1"/>
                </a:solidFill>
              </a:defRPr>
            </a:lvl6pPr>
            <a:lvl7pPr lvl="6" rtl="0" algn="ctr">
              <a:lnSpc>
                <a:spcPct val="100000"/>
              </a:lnSpc>
              <a:spcBef>
                <a:spcPts val="0"/>
              </a:spcBef>
              <a:spcAft>
                <a:spcPts val="0"/>
              </a:spcAft>
              <a:buClr>
                <a:schemeClr val="dk1"/>
              </a:buClr>
              <a:buSzPts val="1200"/>
              <a:buNone/>
              <a:defRPr>
                <a:solidFill>
                  <a:schemeClr val="dk1"/>
                </a:solidFill>
              </a:defRPr>
            </a:lvl7pPr>
            <a:lvl8pPr lvl="7" rtl="0" algn="ctr">
              <a:lnSpc>
                <a:spcPct val="100000"/>
              </a:lnSpc>
              <a:spcBef>
                <a:spcPts val="0"/>
              </a:spcBef>
              <a:spcAft>
                <a:spcPts val="0"/>
              </a:spcAft>
              <a:buClr>
                <a:schemeClr val="dk1"/>
              </a:buClr>
              <a:buSzPts val="1200"/>
              <a:buNone/>
              <a:defRPr>
                <a:solidFill>
                  <a:schemeClr val="dk1"/>
                </a:solidFill>
              </a:defRPr>
            </a:lvl8pPr>
            <a:lvl9pPr lvl="8" rtl="0" algn="ctr">
              <a:lnSpc>
                <a:spcPct val="100000"/>
              </a:lnSpc>
              <a:spcBef>
                <a:spcPts val="0"/>
              </a:spcBef>
              <a:spcAft>
                <a:spcPts val="0"/>
              </a:spcAft>
              <a:buClr>
                <a:schemeClr val="dk1"/>
              </a:buClr>
              <a:buSzPts val="1200"/>
              <a:buNone/>
              <a:defRPr>
                <a:solidFill>
                  <a:schemeClr val="dk1"/>
                </a:solidFill>
              </a:defRPr>
            </a:lvl9pPr>
          </a:lstStyle>
          <a:p/>
        </p:txBody>
      </p:sp>
      <p:sp>
        <p:nvSpPr>
          <p:cNvPr id="590" name="Google Shape;590;p19"/>
          <p:cNvSpPr/>
          <p:nvPr/>
        </p:nvSpPr>
        <p:spPr>
          <a:xfrm>
            <a:off x="7661600"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1" name="Google Shape;591;p19"/>
          <p:cNvSpPr/>
          <p:nvPr/>
        </p:nvSpPr>
        <p:spPr>
          <a:xfrm>
            <a:off x="8088017"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2" name="Google Shape;592;p19"/>
          <p:cNvSpPr/>
          <p:nvPr/>
        </p:nvSpPr>
        <p:spPr>
          <a:xfrm>
            <a:off x="8514434"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3" name="Google Shape;593;p19"/>
          <p:cNvSpPr/>
          <p:nvPr/>
        </p:nvSpPr>
        <p:spPr>
          <a:xfrm>
            <a:off x="8137217"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4" name="Google Shape;594;p19"/>
          <p:cNvSpPr/>
          <p:nvPr/>
        </p:nvSpPr>
        <p:spPr>
          <a:xfrm>
            <a:off x="8581334"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595" name="Google Shape;595;p19"/>
          <p:cNvGrpSpPr/>
          <p:nvPr/>
        </p:nvGrpSpPr>
        <p:grpSpPr>
          <a:xfrm>
            <a:off x="8477349" y="4595021"/>
            <a:ext cx="161419" cy="156795"/>
            <a:chOff x="10138900" y="2314588"/>
            <a:chExt cx="165101" cy="160338"/>
          </a:xfrm>
        </p:grpSpPr>
        <p:sp>
          <p:nvSpPr>
            <p:cNvPr id="596" name="Google Shape;596;p19"/>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19"/>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8" name="Google Shape;598;p19"/>
          <p:cNvGrpSpPr/>
          <p:nvPr/>
        </p:nvGrpSpPr>
        <p:grpSpPr>
          <a:xfrm>
            <a:off x="7717077" y="305376"/>
            <a:ext cx="192347" cy="156850"/>
            <a:chOff x="2244725" y="192088"/>
            <a:chExt cx="7724774" cy="6299200"/>
          </a:xfrm>
        </p:grpSpPr>
        <p:sp>
          <p:nvSpPr>
            <p:cNvPr id="599" name="Google Shape;599;p19"/>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0" name="Google Shape;600;p19"/>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19"/>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19"/>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03" name="Shape 603"/>
        <p:cNvGrpSpPr/>
        <p:nvPr/>
      </p:nvGrpSpPr>
      <p:grpSpPr>
        <a:xfrm>
          <a:off x="0" y="0"/>
          <a:ext cx="0" cy="0"/>
          <a:chOff x="0" y="0"/>
          <a:chExt cx="0" cy="0"/>
        </a:xfrm>
      </p:grpSpPr>
      <p:sp>
        <p:nvSpPr>
          <p:cNvPr id="604" name="Google Shape;604;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05" name="Google Shape;605;p20"/>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606" name="Google Shape;606;p20"/>
          <p:cNvGrpSpPr/>
          <p:nvPr/>
        </p:nvGrpSpPr>
        <p:grpSpPr>
          <a:xfrm>
            <a:off x="6634800" y="-102987"/>
            <a:ext cx="2927650" cy="2146426"/>
            <a:chOff x="6634800" y="-102987"/>
            <a:chExt cx="2927650" cy="2146426"/>
          </a:xfrm>
        </p:grpSpPr>
        <p:grpSp>
          <p:nvGrpSpPr>
            <p:cNvPr id="607" name="Google Shape;607;p20"/>
            <p:cNvGrpSpPr/>
            <p:nvPr/>
          </p:nvGrpSpPr>
          <p:grpSpPr>
            <a:xfrm>
              <a:off x="8424001" y="-102987"/>
              <a:ext cx="879475" cy="1439864"/>
              <a:chOff x="704550" y="2022613"/>
              <a:chExt cx="879475" cy="1439864"/>
            </a:xfrm>
          </p:grpSpPr>
          <p:sp>
            <p:nvSpPr>
              <p:cNvPr id="608" name="Google Shape;608;p20"/>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609" name="Google Shape;609;p20"/>
              <p:cNvGrpSpPr/>
              <p:nvPr/>
            </p:nvGrpSpPr>
            <p:grpSpPr>
              <a:xfrm>
                <a:off x="839488" y="2182413"/>
                <a:ext cx="609600" cy="1117540"/>
                <a:chOff x="7453338" y="715125"/>
                <a:chExt cx="609600" cy="1117540"/>
              </a:xfrm>
            </p:grpSpPr>
            <p:cxnSp>
              <p:nvCxnSpPr>
                <p:cNvPr id="610" name="Google Shape;610;p20"/>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1" name="Google Shape;611;p20"/>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2" name="Google Shape;612;p20"/>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3" name="Google Shape;613;p20"/>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4" name="Google Shape;614;p20"/>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5" name="Google Shape;615;p20"/>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6" name="Google Shape;616;p20"/>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7" name="Google Shape;617;p20"/>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8" name="Google Shape;618;p20"/>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19" name="Google Shape;619;p20"/>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20" name="Google Shape;620;p20"/>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21" name="Google Shape;621;p20"/>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622" name="Google Shape;622;p20"/>
            <p:cNvGrpSpPr/>
            <p:nvPr/>
          </p:nvGrpSpPr>
          <p:grpSpPr>
            <a:xfrm flipH="1">
              <a:off x="8684563" y="1573538"/>
              <a:ext cx="877888" cy="469900"/>
              <a:chOff x="7327075" y="3825188"/>
              <a:chExt cx="877888" cy="469900"/>
            </a:xfrm>
          </p:grpSpPr>
          <p:sp>
            <p:nvSpPr>
              <p:cNvPr id="623" name="Google Shape;623;p20"/>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24" name="Google Shape;624;p20"/>
              <p:cNvGrpSpPr/>
              <p:nvPr/>
            </p:nvGrpSpPr>
            <p:grpSpPr>
              <a:xfrm>
                <a:off x="7435371" y="3940000"/>
                <a:ext cx="667073" cy="204775"/>
                <a:chOff x="5848350" y="2788450"/>
                <a:chExt cx="1285800" cy="204775"/>
              </a:xfrm>
            </p:grpSpPr>
            <p:cxnSp>
              <p:nvCxnSpPr>
                <p:cNvPr id="625" name="Google Shape;625;p20"/>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20"/>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20"/>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628" name="Google Shape;628;p20"/>
            <p:cNvGrpSpPr/>
            <p:nvPr/>
          </p:nvGrpSpPr>
          <p:grpSpPr>
            <a:xfrm flipH="1">
              <a:off x="6634800" y="-102975"/>
              <a:ext cx="1544638" cy="528638"/>
              <a:chOff x="5728088" y="2646488"/>
              <a:chExt cx="1544638" cy="528638"/>
            </a:xfrm>
          </p:grpSpPr>
          <p:sp>
            <p:nvSpPr>
              <p:cNvPr id="629" name="Google Shape;629;p20"/>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30" name="Google Shape;630;p20"/>
              <p:cNvGrpSpPr/>
              <p:nvPr/>
            </p:nvGrpSpPr>
            <p:grpSpPr>
              <a:xfrm>
                <a:off x="5857513" y="2784594"/>
                <a:ext cx="1285800" cy="204775"/>
                <a:chOff x="5848350" y="2788450"/>
                <a:chExt cx="1285800" cy="204775"/>
              </a:xfrm>
            </p:grpSpPr>
            <p:cxnSp>
              <p:nvCxnSpPr>
                <p:cNvPr id="631" name="Google Shape;631;p20"/>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32" name="Google Shape;632;p20"/>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33" name="Google Shape;633;p20"/>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634" name="Google Shape;634;p20"/>
          <p:cNvGrpSpPr/>
          <p:nvPr/>
        </p:nvGrpSpPr>
        <p:grpSpPr>
          <a:xfrm>
            <a:off x="8684567" y="2187600"/>
            <a:ext cx="303300" cy="311400"/>
            <a:chOff x="1663317" y="971900"/>
            <a:chExt cx="303300" cy="311400"/>
          </a:xfrm>
        </p:grpSpPr>
        <p:sp>
          <p:nvSpPr>
            <p:cNvPr id="635" name="Google Shape;635;p20"/>
            <p:cNvSpPr/>
            <p:nvPr/>
          </p:nvSpPr>
          <p:spPr>
            <a:xfrm>
              <a:off x="1663317"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6" name="Google Shape;636;p20"/>
            <p:cNvSpPr/>
            <p:nvPr/>
          </p:nvSpPr>
          <p:spPr>
            <a:xfrm>
              <a:off x="1712517" y="1025150"/>
              <a:ext cx="204900" cy="204900"/>
            </a:xfrm>
            <a:prstGeom prst="mathPlus">
              <a:avLst>
                <a:gd fmla="val 235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37" name="Shape 637"/>
        <p:cNvGrpSpPr/>
        <p:nvPr/>
      </p:nvGrpSpPr>
      <p:grpSpPr>
        <a:xfrm>
          <a:off x="0" y="0"/>
          <a:ext cx="0" cy="0"/>
          <a:chOff x="0" y="0"/>
          <a:chExt cx="0" cy="0"/>
        </a:xfrm>
      </p:grpSpPr>
      <p:sp>
        <p:nvSpPr>
          <p:cNvPr id="638" name="Google Shape;638;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39" name="Google Shape;639;p21"/>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640" name="Google Shape;640;p21"/>
          <p:cNvGrpSpPr/>
          <p:nvPr/>
        </p:nvGrpSpPr>
        <p:grpSpPr>
          <a:xfrm>
            <a:off x="7213600" y="3104713"/>
            <a:ext cx="2653151" cy="2228951"/>
            <a:chOff x="7213600" y="3104713"/>
            <a:chExt cx="2653151" cy="2228951"/>
          </a:xfrm>
        </p:grpSpPr>
        <p:grpSp>
          <p:nvGrpSpPr>
            <p:cNvPr id="641" name="Google Shape;641;p21"/>
            <p:cNvGrpSpPr/>
            <p:nvPr/>
          </p:nvGrpSpPr>
          <p:grpSpPr>
            <a:xfrm>
              <a:off x="7213600" y="4863763"/>
              <a:ext cx="877888" cy="469900"/>
              <a:chOff x="6736325" y="4051538"/>
              <a:chExt cx="877888" cy="469900"/>
            </a:xfrm>
          </p:grpSpPr>
          <p:sp>
            <p:nvSpPr>
              <p:cNvPr id="642" name="Google Shape;642;p21"/>
              <p:cNvSpPr/>
              <p:nvPr/>
            </p:nvSpPr>
            <p:spPr>
              <a:xfrm>
                <a:off x="6736325" y="405153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3"/>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43" name="Google Shape;643;p21"/>
              <p:cNvGrpSpPr/>
              <p:nvPr/>
            </p:nvGrpSpPr>
            <p:grpSpPr>
              <a:xfrm>
                <a:off x="6844621" y="4166350"/>
                <a:ext cx="667073" cy="204775"/>
                <a:chOff x="5848350" y="2788450"/>
                <a:chExt cx="1285800" cy="204775"/>
              </a:xfrm>
            </p:grpSpPr>
            <p:cxnSp>
              <p:nvCxnSpPr>
                <p:cNvPr id="644" name="Google Shape;644;p21"/>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45" name="Google Shape;645;p21"/>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46" name="Google Shape;646;p21"/>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647" name="Google Shape;647;p21"/>
            <p:cNvGrpSpPr/>
            <p:nvPr/>
          </p:nvGrpSpPr>
          <p:grpSpPr>
            <a:xfrm flipH="1">
              <a:off x="8697338" y="3104713"/>
              <a:ext cx="879475" cy="1439864"/>
              <a:chOff x="4645038" y="3703638"/>
              <a:chExt cx="879475" cy="1439864"/>
            </a:xfrm>
          </p:grpSpPr>
          <p:sp>
            <p:nvSpPr>
              <p:cNvPr id="648" name="Google Shape;648;p21"/>
              <p:cNvSpPr/>
              <p:nvPr/>
            </p:nvSpPr>
            <p:spPr>
              <a:xfrm>
                <a:off x="4645038" y="3703638"/>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649" name="Google Shape;649;p21"/>
              <p:cNvGrpSpPr/>
              <p:nvPr/>
            </p:nvGrpSpPr>
            <p:grpSpPr>
              <a:xfrm flipH="1">
                <a:off x="4779975" y="3863438"/>
                <a:ext cx="609600" cy="1117540"/>
                <a:chOff x="7453338" y="715125"/>
                <a:chExt cx="609600" cy="1117540"/>
              </a:xfrm>
            </p:grpSpPr>
            <p:cxnSp>
              <p:nvCxnSpPr>
                <p:cNvPr id="650" name="Google Shape;650;p21"/>
                <p:cNvCxnSpPr/>
                <p:nvPr/>
              </p:nvCxnSpPr>
              <p:spPr>
                <a:xfrm>
                  <a:off x="7453338" y="715125"/>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21"/>
                <p:cNvCxnSpPr/>
                <p:nvPr/>
              </p:nvCxnSpPr>
              <p:spPr>
                <a:xfrm>
                  <a:off x="7453338" y="81672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21"/>
                <p:cNvCxnSpPr/>
                <p:nvPr/>
              </p:nvCxnSpPr>
              <p:spPr>
                <a:xfrm>
                  <a:off x="7453338" y="918314"/>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21"/>
                <p:cNvCxnSpPr/>
                <p:nvPr/>
              </p:nvCxnSpPr>
              <p:spPr>
                <a:xfrm>
                  <a:off x="7453338" y="1019909"/>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21"/>
                <p:cNvCxnSpPr/>
                <p:nvPr/>
              </p:nvCxnSpPr>
              <p:spPr>
                <a:xfrm>
                  <a:off x="7453338" y="1121503"/>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21"/>
                <p:cNvCxnSpPr/>
                <p:nvPr/>
              </p:nvCxnSpPr>
              <p:spPr>
                <a:xfrm>
                  <a:off x="7453338" y="1223098"/>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21"/>
                <p:cNvCxnSpPr/>
                <p:nvPr/>
              </p:nvCxnSpPr>
              <p:spPr>
                <a:xfrm>
                  <a:off x="7453338" y="1324692"/>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21"/>
                <p:cNvCxnSpPr/>
                <p:nvPr/>
              </p:nvCxnSpPr>
              <p:spPr>
                <a:xfrm>
                  <a:off x="7453338" y="1426287"/>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8" name="Google Shape;658;p21"/>
                <p:cNvCxnSpPr/>
                <p:nvPr/>
              </p:nvCxnSpPr>
              <p:spPr>
                <a:xfrm>
                  <a:off x="7453338" y="1527881"/>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21"/>
                <p:cNvCxnSpPr/>
                <p:nvPr/>
              </p:nvCxnSpPr>
              <p:spPr>
                <a:xfrm>
                  <a:off x="7453338" y="1629476"/>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60" name="Google Shape;660;p21"/>
                <p:cNvCxnSpPr/>
                <p:nvPr/>
              </p:nvCxnSpPr>
              <p:spPr>
                <a:xfrm>
                  <a:off x="7453338" y="1731070"/>
                  <a:ext cx="609600" cy="0"/>
                </a:xfrm>
                <a:prstGeom prst="straightConnector1">
                  <a:avLst/>
                </a:prstGeom>
                <a:noFill/>
                <a:ln cap="flat" cmpd="sng" w="9525">
                  <a:solidFill>
                    <a:schemeClr val="dk2"/>
                  </a:solidFill>
                  <a:prstDash val="solid"/>
                  <a:round/>
                  <a:headEnd len="med" w="med" type="none"/>
                  <a:tailEnd len="med" w="med" type="none"/>
                </a:ln>
              </p:spPr>
            </p:cxnSp>
            <p:cxnSp>
              <p:nvCxnSpPr>
                <p:cNvPr id="661" name="Google Shape;661;p21"/>
                <p:cNvCxnSpPr/>
                <p:nvPr/>
              </p:nvCxnSpPr>
              <p:spPr>
                <a:xfrm>
                  <a:off x="7453338" y="1832665"/>
                  <a:ext cx="2802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662" name="Google Shape;662;p21"/>
            <p:cNvGrpSpPr/>
            <p:nvPr/>
          </p:nvGrpSpPr>
          <p:grpSpPr>
            <a:xfrm flipH="1">
              <a:off x="8322100" y="4742425"/>
              <a:ext cx="1544651" cy="318600"/>
              <a:chOff x="6043400" y="3591300"/>
              <a:chExt cx="1544651" cy="318600"/>
            </a:xfrm>
          </p:grpSpPr>
          <p:sp>
            <p:nvSpPr>
              <p:cNvPr id="663" name="Google Shape;663;p21"/>
              <p:cNvSpPr/>
              <p:nvPr/>
            </p:nvSpPr>
            <p:spPr>
              <a:xfrm>
                <a:off x="6043400" y="3591300"/>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64" name="Google Shape;664;p21"/>
              <p:cNvGrpSpPr/>
              <p:nvPr/>
            </p:nvGrpSpPr>
            <p:grpSpPr>
              <a:xfrm>
                <a:off x="6141952" y="3680050"/>
                <a:ext cx="1369506" cy="102388"/>
                <a:chOff x="5848350" y="2788450"/>
                <a:chExt cx="1285800" cy="102388"/>
              </a:xfrm>
            </p:grpSpPr>
            <p:cxnSp>
              <p:nvCxnSpPr>
                <p:cNvPr id="665" name="Google Shape;665;p21"/>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666" name="Google Shape;666;p21"/>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667" name="Google Shape;667;p21"/>
          <p:cNvGrpSpPr/>
          <p:nvPr/>
        </p:nvGrpSpPr>
        <p:grpSpPr>
          <a:xfrm>
            <a:off x="8697350" y="2640913"/>
            <a:ext cx="303300" cy="311400"/>
            <a:chOff x="1236900" y="971900"/>
            <a:chExt cx="303300" cy="311400"/>
          </a:xfrm>
        </p:grpSpPr>
        <p:sp>
          <p:nvSpPr>
            <p:cNvPr id="668" name="Google Shape;668;p21"/>
            <p:cNvSpPr/>
            <p:nvPr/>
          </p:nvSpPr>
          <p:spPr>
            <a:xfrm>
              <a:off x="1236900"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669" name="Google Shape;669;p21"/>
            <p:cNvGrpSpPr/>
            <p:nvPr/>
          </p:nvGrpSpPr>
          <p:grpSpPr>
            <a:xfrm>
              <a:off x="1292368" y="1049176"/>
              <a:ext cx="192347" cy="156850"/>
              <a:chOff x="2244725" y="192088"/>
              <a:chExt cx="7724774" cy="6299200"/>
            </a:xfrm>
          </p:grpSpPr>
          <p:sp>
            <p:nvSpPr>
              <p:cNvPr id="670" name="Google Shape;670;p21"/>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1" name="Google Shape;671;p21"/>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2" name="Google Shape;672;p21"/>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3" name="Google Shape;673;p21"/>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674" name="Shape 674"/>
        <p:cNvGrpSpPr/>
        <p:nvPr/>
      </p:nvGrpSpPr>
      <p:grpSpPr>
        <a:xfrm>
          <a:off x="0" y="0"/>
          <a:ext cx="0" cy="0"/>
          <a:chOff x="0" y="0"/>
          <a:chExt cx="0" cy="0"/>
        </a:xfrm>
      </p:grpSpPr>
      <p:sp>
        <p:nvSpPr>
          <p:cNvPr id="675" name="Google Shape;675;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600"/>
              <a:buNone/>
              <a:defRPr b="0" sz="2600">
                <a:latin typeface="Dela Gothic One"/>
                <a:ea typeface="Dela Gothic One"/>
                <a:cs typeface="Dela Gothic One"/>
                <a:sym typeface="Dela Gothic 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676" name="Google Shape;676;p22"/>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677" name="Google Shape;677;p22"/>
          <p:cNvGrpSpPr/>
          <p:nvPr/>
        </p:nvGrpSpPr>
        <p:grpSpPr>
          <a:xfrm>
            <a:off x="7408025" y="-164337"/>
            <a:ext cx="2128538" cy="2922713"/>
            <a:chOff x="7408025" y="-164337"/>
            <a:chExt cx="2128538" cy="2922713"/>
          </a:xfrm>
        </p:grpSpPr>
        <p:grpSp>
          <p:nvGrpSpPr>
            <p:cNvPr id="678" name="Google Shape;678;p22"/>
            <p:cNvGrpSpPr/>
            <p:nvPr/>
          </p:nvGrpSpPr>
          <p:grpSpPr>
            <a:xfrm>
              <a:off x="8657088" y="696213"/>
              <a:ext cx="879475" cy="1439864"/>
              <a:chOff x="704550" y="2022613"/>
              <a:chExt cx="879475" cy="1439864"/>
            </a:xfrm>
          </p:grpSpPr>
          <p:sp>
            <p:nvSpPr>
              <p:cNvPr id="679" name="Google Shape;679;p22"/>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680" name="Google Shape;680;p22"/>
              <p:cNvGrpSpPr/>
              <p:nvPr/>
            </p:nvGrpSpPr>
            <p:grpSpPr>
              <a:xfrm>
                <a:off x="839488" y="2182413"/>
                <a:ext cx="609600" cy="1117540"/>
                <a:chOff x="7453338" y="715125"/>
                <a:chExt cx="609600" cy="1117540"/>
              </a:xfrm>
            </p:grpSpPr>
            <p:cxnSp>
              <p:nvCxnSpPr>
                <p:cNvPr id="681" name="Google Shape;681;p22"/>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2" name="Google Shape;682;p22"/>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3" name="Google Shape;683;p22"/>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4" name="Google Shape;684;p22"/>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5" name="Google Shape;685;p22"/>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6" name="Google Shape;686;p22"/>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7" name="Google Shape;687;p22"/>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8" name="Google Shape;688;p22"/>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89" name="Google Shape;689;p22"/>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90" name="Google Shape;690;p22"/>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91" name="Google Shape;691;p22"/>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692" name="Google Shape;692;p22"/>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693" name="Google Shape;693;p22"/>
            <p:cNvGrpSpPr/>
            <p:nvPr/>
          </p:nvGrpSpPr>
          <p:grpSpPr>
            <a:xfrm flipH="1">
              <a:off x="8657875" y="2288475"/>
              <a:ext cx="877888" cy="469900"/>
              <a:chOff x="2079875" y="3121151"/>
              <a:chExt cx="877888" cy="469900"/>
            </a:xfrm>
          </p:grpSpPr>
          <p:sp>
            <p:nvSpPr>
              <p:cNvPr id="694" name="Google Shape;694;p22"/>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95" name="Google Shape;695;p22"/>
              <p:cNvGrpSpPr/>
              <p:nvPr/>
            </p:nvGrpSpPr>
            <p:grpSpPr>
              <a:xfrm>
                <a:off x="2181689" y="3241906"/>
                <a:ext cx="674400" cy="203189"/>
                <a:chOff x="2181677" y="2165344"/>
                <a:chExt cx="674400" cy="203189"/>
              </a:xfrm>
            </p:grpSpPr>
            <p:cxnSp>
              <p:nvCxnSpPr>
                <p:cNvPr id="696" name="Google Shape;696;p22"/>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697" name="Google Shape;697;p22"/>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698" name="Google Shape;698;p22"/>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699" name="Google Shape;699;p22"/>
            <p:cNvGrpSpPr/>
            <p:nvPr/>
          </p:nvGrpSpPr>
          <p:grpSpPr>
            <a:xfrm>
              <a:off x="7408025" y="-164337"/>
              <a:ext cx="877888" cy="469900"/>
              <a:chOff x="7327075" y="3825188"/>
              <a:chExt cx="877888" cy="469900"/>
            </a:xfrm>
          </p:grpSpPr>
          <p:sp>
            <p:nvSpPr>
              <p:cNvPr id="700" name="Google Shape;700;p22"/>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01" name="Google Shape;701;p22"/>
              <p:cNvGrpSpPr/>
              <p:nvPr/>
            </p:nvGrpSpPr>
            <p:grpSpPr>
              <a:xfrm>
                <a:off x="7435371" y="3940000"/>
                <a:ext cx="667073" cy="204775"/>
                <a:chOff x="5848350" y="2788450"/>
                <a:chExt cx="1285800" cy="204775"/>
              </a:xfrm>
            </p:grpSpPr>
            <p:cxnSp>
              <p:nvCxnSpPr>
                <p:cNvPr id="702" name="Google Shape;702;p22"/>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703" name="Google Shape;703;p22"/>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704" name="Google Shape;704;p22"/>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grpSp>
        <p:nvGrpSpPr>
          <p:cNvPr id="705" name="Google Shape;705;p22"/>
          <p:cNvGrpSpPr/>
          <p:nvPr/>
        </p:nvGrpSpPr>
        <p:grpSpPr>
          <a:xfrm>
            <a:off x="8430784" y="232425"/>
            <a:ext cx="303300" cy="311400"/>
            <a:chOff x="2089734" y="971900"/>
            <a:chExt cx="303300" cy="311400"/>
          </a:xfrm>
        </p:grpSpPr>
        <p:sp>
          <p:nvSpPr>
            <p:cNvPr id="706" name="Google Shape;706;p22"/>
            <p:cNvSpPr/>
            <p:nvPr/>
          </p:nvSpPr>
          <p:spPr>
            <a:xfrm>
              <a:off x="2089734"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7" name="Google Shape;707;p22"/>
            <p:cNvSpPr/>
            <p:nvPr/>
          </p:nvSpPr>
          <p:spPr>
            <a:xfrm>
              <a:off x="2156634" y="10430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08" name="Shape 708"/>
        <p:cNvGrpSpPr/>
        <p:nvPr/>
      </p:nvGrpSpPr>
      <p:grpSpPr>
        <a:xfrm>
          <a:off x="0" y="0"/>
          <a:ext cx="0" cy="0"/>
          <a:chOff x="0" y="0"/>
          <a:chExt cx="0" cy="0"/>
        </a:xfrm>
      </p:grpSpPr>
      <p:grpSp>
        <p:nvGrpSpPr>
          <p:cNvPr id="709" name="Google Shape;709;p23"/>
          <p:cNvGrpSpPr/>
          <p:nvPr/>
        </p:nvGrpSpPr>
        <p:grpSpPr>
          <a:xfrm>
            <a:off x="326250" y="4505375"/>
            <a:ext cx="8491500" cy="318625"/>
            <a:chOff x="326250" y="4505375"/>
            <a:chExt cx="8491500" cy="318625"/>
          </a:xfrm>
        </p:grpSpPr>
        <p:sp>
          <p:nvSpPr>
            <p:cNvPr id="710" name="Google Shape;710;p23"/>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711" name="Google Shape;711;p23"/>
            <p:cNvGrpSpPr/>
            <p:nvPr/>
          </p:nvGrpSpPr>
          <p:grpSpPr>
            <a:xfrm>
              <a:off x="8361877" y="4505375"/>
              <a:ext cx="455613" cy="318598"/>
              <a:chOff x="8362100" y="4505388"/>
              <a:chExt cx="455613" cy="315913"/>
            </a:xfrm>
          </p:grpSpPr>
          <p:sp>
            <p:nvSpPr>
              <p:cNvPr id="712" name="Google Shape;712;p23"/>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13" name="Google Shape;713;p23"/>
              <p:cNvGrpSpPr/>
              <p:nvPr/>
            </p:nvGrpSpPr>
            <p:grpSpPr>
              <a:xfrm>
                <a:off x="8477349" y="4595021"/>
                <a:ext cx="161419" cy="156795"/>
                <a:chOff x="10138900" y="2314588"/>
                <a:chExt cx="165101" cy="160338"/>
              </a:xfrm>
            </p:grpSpPr>
            <p:sp>
              <p:nvSpPr>
                <p:cNvPr id="714" name="Google Shape;714;p23"/>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5" name="Google Shape;715;p23"/>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716" name="Google Shape;716;p23"/>
          <p:cNvSpPr txBox="1"/>
          <p:nvPr>
            <p:ph type="title"/>
          </p:nvPr>
        </p:nvSpPr>
        <p:spPr>
          <a:xfrm>
            <a:off x="3752275" y="641900"/>
            <a:ext cx="3950700" cy="9924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sz="5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7" name="Google Shape;717;p23"/>
          <p:cNvSpPr txBox="1"/>
          <p:nvPr>
            <p:ph idx="1" type="subTitle"/>
          </p:nvPr>
        </p:nvSpPr>
        <p:spPr>
          <a:xfrm>
            <a:off x="3752275" y="1694513"/>
            <a:ext cx="3950700" cy="99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18" name="Google Shape;718;p23"/>
          <p:cNvSpPr txBox="1"/>
          <p:nvPr/>
        </p:nvSpPr>
        <p:spPr>
          <a:xfrm>
            <a:off x="3752275" y="3459550"/>
            <a:ext cx="46785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Barlow"/>
                <a:ea typeface="Barlow"/>
                <a:cs typeface="Barlow"/>
                <a:sym typeface="Barlow"/>
              </a:rPr>
              <a:t>CREDITS:</a:t>
            </a:r>
            <a:r>
              <a:rPr lang="en" sz="1200">
                <a:solidFill>
                  <a:schemeClr val="dk1"/>
                </a:solidFill>
                <a:latin typeface="Barlow"/>
                <a:ea typeface="Barlow"/>
                <a:cs typeface="Barlow"/>
                <a:sym typeface="Barlow"/>
              </a:rPr>
              <a:t> This presentation template was created by </a:t>
            </a:r>
            <a:r>
              <a:rPr b="1" lang="en" sz="1200" u="sng">
                <a:solidFill>
                  <a:schemeClr val="hlink"/>
                </a:solidFill>
                <a:latin typeface="Barlow"/>
                <a:ea typeface="Barlow"/>
                <a:cs typeface="Barlow"/>
                <a:sym typeface="Barlow"/>
                <a:hlinkClick r:id="rId2"/>
              </a:rPr>
              <a:t>Slidesgo</a:t>
            </a:r>
            <a:r>
              <a:rPr lang="en" sz="1200">
                <a:solidFill>
                  <a:schemeClr val="dk1"/>
                </a:solidFill>
                <a:latin typeface="Barlow"/>
                <a:ea typeface="Barlow"/>
                <a:cs typeface="Barlow"/>
                <a:sym typeface="Barlow"/>
              </a:rPr>
              <a:t>, and includes icons by </a:t>
            </a:r>
            <a:r>
              <a:rPr b="1" lang="en"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a:ea typeface="Barlow"/>
                <a:cs typeface="Barlow"/>
                <a:sym typeface="Barlow"/>
              </a:rPr>
              <a:t>, and infographics &amp; images by </a:t>
            </a:r>
            <a:r>
              <a:rPr b="1" lang="en" sz="1200" u="sng">
                <a:solidFill>
                  <a:schemeClr val="dk1"/>
                </a:solidFill>
                <a:latin typeface="Barlow"/>
                <a:ea typeface="Barlow"/>
                <a:cs typeface="Barlow"/>
                <a:sym typeface="Barlow"/>
                <a:hlinkClick r:id="rId4">
                  <a:extLst>
                    <a:ext uri="{A12FA001-AC4F-418D-AE19-62706E023703}">
                      <ahyp:hlinkClr val="tx"/>
                    </a:ext>
                  </a:extLst>
                </a:hlinkClick>
              </a:rPr>
              <a:t>Freepik</a:t>
            </a:r>
            <a:r>
              <a:rPr lang="en"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
        <p:nvSpPr>
          <p:cNvPr id="719" name="Google Shape;719;p23"/>
          <p:cNvSpPr/>
          <p:nvPr/>
        </p:nvSpPr>
        <p:spPr>
          <a:xfrm>
            <a:off x="7661600"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0" name="Google Shape;720;p23"/>
          <p:cNvSpPr/>
          <p:nvPr/>
        </p:nvSpPr>
        <p:spPr>
          <a:xfrm>
            <a:off x="8088017"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1" name="Google Shape;721;p23"/>
          <p:cNvSpPr/>
          <p:nvPr/>
        </p:nvSpPr>
        <p:spPr>
          <a:xfrm>
            <a:off x="8514434"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2" name="Google Shape;722;p23"/>
          <p:cNvSpPr/>
          <p:nvPr/>
        </p:nvSpPr>
        <p:spPr>
          <a:xfrm>
            <a:off x="8137217"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3" name="Google Shape;723;p23"/>
          <p:cNvSpPr/>
          <p:nvPr/>
        </p:nvSpPr>
        <p:spPr>
          <a:xfrm>
            <a:off x="8581334"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724" name="Google Shape;724;p23"/>
          <p:cNvGrpSpPr/>
          <p:nvPr/>
        </p:nvGrpSpPr>
        <p:grpSpPr>
          <a:xfrm>
            <a:off x="7717068" y="305376"/>
            <a:ext cx="192347" cy="156850"/>
            <a:chOff x="2244725" y="192088"/>
            <a:chExt cx="7724774" cy="6299200"/>
          </a:xfrm>
        </p:grpSpPr>
        <p:sp>
          <p:nvSpPr>
            <p:cNvPr id="725" name="Google Shape;725;p23"/>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6" name="Google Shape;726;p23"/>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7" name="Google Shape;727;p23"/>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8" name="Google Shape;728;p23"/>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29" name="Shape 729"/>
        <p:cNvGrpSpPr/>
        <p:nvPr/>
      </p:nvGrpSpPr>
      <p:grpSpPr>
        <a:xfrm>
          <a:off x="0" y="0"/>
          <a:ext cx="0" cy="0"/>
          <a:chOff x="0" y="0"/>
          <a:chExt cx="0" cy="0"/>
        </a:xfrm>
      </p:grpSpPr>
      <p:cxnSp>
        <p:nvCxnSpPr>
          <p:cNvPr id="730" name="Google Shape;730;p24"/>
          <p:cNvCxnSpPr/>
          <p:nvPr/>
        </p:nvCxnSpPr>
        <p:spPr>
          <a:xfrm>
            <a:off x="537725" y="-215075"/>
            <a:ext cx="0" cy="1052400"/>
          </a:xfrm>
          <a:prstGeom prst="straightConnector1">
            <a:avLst/>
          </a:prstGeom>
          <a:noFill/>
          <a:ln cap="flat" cmpd="sng" w="9525">
            <a:solidFill>
              <a:schemeClr val="dk1"/>
            </a:solidFill>
            <a:prstDash val="solid"/>
            <a:round/>
            <a:headEnd len="med" w="med" type="none"/>
            <a:tailEnd len="med" w="med" type="none"/>
          </a:ln>
        </p:spPr>
      </p:cxnSp>
      <p:grpSp>
        <p:nvGrpSpPr>
          <p:cNvPr id="731" name="Google Shape;731;p24"/>
          <p:cNvGrpSpPr/>
          <p:nvPr/>
        </p:nvGrpSpPr>
        <p:grpSpPr>
          <a:xfrm>
            <a:off x="6769788" y="-180437"/>
            <a:ext cx="2818800" cy="2186976"/>
            <a:chOff x="6769788" y="-180437"/>
            <a:chExt cx="2818800" cy="2186976"/>
          </a:xfrm>
        </p:grpSpPr>
        <p:grpSp>
          <p:nvGrpSpPr>
            <p:cNvPr id="732" name="Google Shape;732;p24"/>
            <p:cNvGrpSpPr/>
            <p:nvPr/>
          </p:nvGrpSpPr>
          <p:grpSpPr>
            <a:xfrm flipH="1">
              <a:off x="8710700" y="1536638"/>
              <a:ext cx="877888" cy="469900"/>
              <a:chOff x="7327075" y="3825188"/>
              <a:chExt cx="877888" cy="469900"/>
            </a:xfrm>
          </p:grpSpPr>
          <p:sp>
            <p:nvSpPr>
              <p:cNvPr id="733" name="Google Shape;733;p24"/>
              <p:cNvSpPr/>
              <p:nvPr/>
            </p:nvSpPr>
            <p:spPr>
              <a:xfrm>
                <a:off x="7327075" y="3825188"/>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34" name="Google Shape;734;p24"/>
              <p:cNvGrpSpPr/>
              <p:nvPr/>
            </p:nvGrpSpPr>
            <p:grpSpPr>
              <a:xfrm>
                <a:off x="7435371" y="3940000"/>
                <a:ext cx="667073" cy="204775"/>
                <a:chOff x="5848350" y="2788450"/>
                <a:chExt cx="1285800" cy="204775"/>
              </a:xfrm>
            </p:grpSpPr>
            <p:cxnSp>
              <p:nvCxnSpPr>
                <p:cNvPr id="735" name="Google Shape;735;p24"/>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24"/>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24"/>
                <p:cNvCxnSpPr/>
                <p:nvPr/>
              </p:nvCxnSpPr>
              <p:spPr>
                <a:xfrm>
                  <a:off x="5848350" y="2993225"/>
                  <a:ext cx="6405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738" name="Google Shape;738;p24"/>
            <p:cNvGrpSpPr/>
            <p:nvPr/>
          </p:nvGrpSpPr>
          <p:grpSpPr>
            <a:xfrm>
              <a:off x="6769788" y="-166400"/>
              <a:ext cx="1544638" cy="528638"/>
              <a:chOff x="5728088" y="2646488"/>
              <a:chExt cx="1544638" cy="528638"/>
            </a:xfrm>
          </p:grpSpPr>
          <p:sp>
            <p:nvSpPr>
              <p:cNvPr id="739" name="Google Shape;739;p24"/>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40" name="Google Shape;740;p24"/>
              <p:cNvGrpSpPr/>
              <p:nvPr/>
            </p:nvGrpSpPr>
            <p:grpSpPr>
              <a:xfrm>
                <a:off x="5857513" y="2784594"/>
                <a:ext cx="1285800" cy="204775"/>
                <a:chOff x="5848350" y="2788450"/>
                <a:chExt cx="1285800" cy="204775"/>
              </a:xfrm>
            </p:grpSpPr>
            <p:cxnSp>
              <p:nvCxnSpPr>
                <p:cNvPr id="741" name="Google Shape;741;p24"/>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742" name="Google Shape;742;p24"/>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743" name="Google Shape;743;p24"/>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744" name="Google Shape;744;p24"/>
            <p:cNvGrpSpPr/>
            <p:nvPr/>
          </p:nvGrpSpPr>
          <p:grpSpPr>
            <a:xfrm>
              <a:off x="8549001" y="-180437"/>
              <a:ext cx="879475" cy="1439864"/>
              <a:chOff x="704550" y="2022613"/>
              <a:chExt cx="879475" cy="1439864"/>
            </a:xfrm>
          </p:grpSpPr>
          <p:sp>
            <p:nvSpPr>
              <p:cNvPr id="745" name="Google Shape;745;p24"/>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746" name="Google Shape;746;p24"/>
              <p:cNvGrpSpPr/>
              <p:nvPr/>
            </p:nvGrpSpPr>
            <p:grpSpPr>
              <a:xfrm>
                <a:off x="839488" y="2182413"/>
                <a:ext cx="609600" cy="1117540"/>
                <a:chOff x="7453338" y="715125"/>
                <a:chExt cx="609600" cy="1117540"/>
              </a:xfrm>
            </p:grpSpPr>
            <p:cxnSp>
              <p:nvCxnSpPr>
                <p:cNvPr id="747" name="Google Shape;747;p24"/>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48" name="Google Shape;748;p24"/>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49" name="Google Shape;749;p24"/>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0" name="Google Shape;750;p24"/>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1" name="Google Shape;751;p24"/>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2" name="Google Shape;752;p24"/>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3" name="Google Shape;753;p24"/>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4" name="Google Shape;754;p24"/>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5" name="Google Shape;755;p24"/>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6" name="Google Shape;756;p24"/>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7" name="Google Shape;757;p24"/>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758" name="Google Shape;758;p24"/>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grpSp>
        <p:nvGrpSpPr>
          <p:cNvPr id="759" name="Google Shape;759;p24"/>
          <p:cNvGrpSpPr/>
          <p:nvPr/>
        </p:nvGrpSpPr>
        <p:grpSpPr>
          <a:xfrm>
            <a:off x="8430775" y="2122100"/>
            <a:ext cx="303300" cy="311400"/>
            <a:chOff x="2472975" y="971900"/>
            <a:chExt cx="303300" cy="311400"/>
          </a:xfrm>
        </p:grpSpPr>
        <p:sp>
          <p:nvSpPr>
            <p:cNvPr id="760" name="Google Shape;760;p24"/>
            <p:cNvSpPr/>
            <p:nvPr/>
          </p:nvSpPr>
          <p:spPr>
            <a:xfrm>
              <a:off x="2472975" y="9719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61" name="Google Shape;761;p24"/>
            <p:cNvSpPr/>
            <p:nvPr/>
          </p:nvSpPr>
          <p:spPr>
            <a:xfrm rot="5400000">
              <a:off x="2576925" y="1076500"/>
              <a:ext cx="118500" cy="102300"/>
            </a:xfrm>
            <a:prstGeom prst="triangle">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62" name="Shape 762"/>
        <p:cNvGrpSpPr/>
        <p:nvPr/>
      </p:nvGrpSpPr>
      <p:grpSpPr>
        <a:xfrm>
          <a:off x="0" y="0"/>
          <a:ext cx="0" cy="0"/>
          <a:chOff x="0" y="0"/>
          <a:chExt cx="0" cy="0"/>
        </a:xfrm>
      </p:grpSpPr>
      <p:grpSp>
        <p:nvGrpSpPr>
          <p:cNvPr id="763" name="Google Shape;763;p25"/>
          <p:cNvGrpSpPr/>
          <p:nvPr/>
        </p:nvGrpSpPr>
        <p:grpSpPr>
          <a:xfrm>
            <a:off x="326250" y="4505375"/>
            <a:ext cx="8491500" cy="318625"/>
            <a:chOff x="326250" y="4505375"/>
            <a:chExt cx="8491500" cy="318625"/>
          </a:xfrm>
        </p:grpSpPr>
        <p:sp>
          <p:nvSpPr>
            <p:cNvPr id="764" name="Google Shape;764;p25"/>
            <p:cNvSpPr/>
            <p:nvPr/>
          </p:nvSpPr>
          <p:spPr>
            <a:xfrm>
              <a:off x="326250" y="4505400"/>
              <a:ext cx="8491500" cy="3186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765" name="Google Shape;765;p25"/>
            <p:cNvGrpSpPr/>
            <p:nvPr/>
          </p:nvGrpSpPr>
          <p:grpSpPr>
            <a:xfrm>
              <a:off x="8361877" y="4505375"/>
              <a:ext cx="455613" cy="318598"/>
              <a:chOff x="8362100" y="4505388"/>
              <a:chExt cx="455613" cy="315913"/>
            </a:xfrm>
          </p:grpSpPr>
          <p:sp>
            <p:nvSpPr>
              <p:cNvPr id="766" name="Google Shape;766;p25"/>
              <p:cNvSpPr/>
              <p:nvPr/>
            </p:nvSpPr>
            <p:spPr>
              <a:xfrm>
                <a:off x="8362100" y="4505388"/>
                <a:ext cx="455613" cy="315913"/>
              </a:xfrm>
              <a:custGeom>
                <a:rect b="b" l="l" r="r" t="t"/>
                <a:pathLst>
                  <a:path extrusionOk="0" h="132" w="190">
                    <a:moveTo>
                      <a:pt x="0" y="132"/>
                    </a:moveTo>
                    <a:cubicBezTo>
                      <a:pt x="124" y="132"/>
                      <a:pt x="124" y="132"/>
                      <a:pt x="124" y="132"/>
                    </a:cubicBezTo>
                    <a:cubicBezTo>
                      <a:pt x="160" y="132"/>
                      <a:pt x="190" y="102"/>
                      <a:pt x="190" y="66"/>
                    </a:cubicBezTo>
                    <a:cubicBezTo>
                      <a:pt x="190" y="29"/>
                      <a:pt x="160" y="0"/>
                      <a:pt x="124" y="0"/>
                    </a:cubicBezTo>
                    <a:cubicBezTo>
                      <a:pt x="0" y="0"/>
                      <a:pt x="0" y="0"/>
                      <a:pt x="0" y="0"/>
                    </a:cubicBezTo>
                    <a:lnTo>
                      <a:pt x="0" y="1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67" name="Google Shape;767;p25"/>
              <p:cNvGrpSpPr/>
              <p:nvPr/>
            </p:nvGrpSpPr>
            <p:grpSpPr>
              <a:xfrm>
                <a:off x="8477349" y="4595021"/>
                <a:ext cx="161419" cy="156795"/>
                <a:chOff x="10138900" y="2314588"/>
                <a:chExt cx="165101" cy="160338"/>
              </a:xfrm>
            </p:grpSpPr>
            <p:sp>
              <p:nvSpPr>
                <p:cNvPr id="768" name="Google Shape;768;p25"/>
                <p:cNvSpPr/>
                <p:nvPr/>
              </p:nvSpPr>
              <p:spPr>
                <a:xfrm>
                  <a:off x="10138900" y="2314588"/>
                  <a:ext cx="165100" cy="160338"/>
                </a:xfrm>
                <a:custGeom>
                  <a:rect b="b" l="l" r="r" t="t"/>
                  <a:pathLst>
                    <a:path extrusionOk="0" h="67" w="69">
                      <a:moveTo>
                        <a:pt x="41" y="67"/>
                      </a:moveTo>
                      <a:cubicBezTo>
                        <a:pt x="41" y="67"/>
                        <a:pt x="41" y="67"/>
                        <a:pt x="41" y="67"/>
                      </a:cubicBezTo>
                      <a:cubicBezTo>
                        <a:pt x="40" y="67"/>
                        <a:pt x="40" y="67"/>
                        <a:pt x="40" y="66"/>
                      </a:cubicBezTo>
                      <a:cubicBezTo>
                        <a:pt x="33" y="34"/>
                        <a:pt x="33" y="34"/>
                        <a:pt x="33" y="34"/>
                      </a:cubicBezTo>
                      <a:cubicBezTo>
                        <a:pt x="1" y="25"/>
                        <a:pt x="1" y="25"/>
                        <a:pt x="1" y="25"/>
                      </a:cubicBezTo>
                      <a:cubicBezTo>
                        <a:pt x="0" y="25"/>
                        <a:pt x="0" y="25"/>
                        <a:pt x="0" y="24"/>
                      </a:cubicBezTo>
                      <a:cubicBezTo>
                        <a:pt x="0" y="24"/>
                        <a:pt x="0" y="23"/>
                        <a:pt x="1" y="23"/>
                      </a:cubicBezTo>
                      <a:cubicBezTo>
                        <a:pt x="68" y="0"/>
                        <a:pt x="68" y="0"/>
                        <a:pt x="68" y="0"/>
                      </a:cubicBezTo>
                      <a:cubicBezTo>
                        <a:pt x="68" y="0"/>
                        <a:pt x="69" y="0"/>
                        <a:pt x="69" y="0"/>
                      </a:cubicBezTo>
                      <a:cubicBezTo>
                        <a:pt x="69" y="1"/>
                        <a:pt x="69" y="1"/>
                        <a:pt x="69" y="2"/>
                      </a:cubicBezTo>
                      <a:cubicBezTo>
                        <a:pt x="42" y="67"/>
                        <a:pt x="42" y="67"/>
                        <a:pt x="42" y="67"/>
                      </a:cubicBezTo>
                      <a:cubicBezTo>
                        <a:pt x="42" y="67"/>
                        <a:pt x="41" y="67"/>
                        <a:pt x="41" y="67"/>
                      </a:cubicBezTo>
                      <a:close/>
                      <a:moveTo>
                        <a:pt x="5" y="24"/>
                      </a:moveTo>
                      <a:cubicBezTo>
                        <a:pt x="34" y="32"/>
                        <a:pt x="34" y="32"/>
                        <a:pt x="34" y="32"/>
                      </a:cubicBezTo>
                      <a:cubicBezTo>
                        <a:pt x="35" y="32"/>
                        <a:pt x="35" y="32"/>
                        <a:pt x="35" y="33"/>
                      </a:cubicBezTo>
                      <a:cubicBezTo>
                        <a:pt x="41" y="62"/>
                        <a:pt x="41" y="62"/>
                        <a:pt x="41" y="62"/>
                      </a:cubicBezTo>
                      <a:cubicBezTo>
                        <a:pt x="66" y="3"/>
                        <a:pt x="66" y="3"/>
                        <a:pt x="66" y="3"/>
                      </a:cubicBezTo>
                      <a:lnTo>
                        <a:pt x="5" y="24"/>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9" name="Google Shape;769;p25"/>
                <p:cNvSpPr/>
                <p:nvPr/>
              </p:nvSpPr>
              <p:spPr>
                <a:xfrm>
                  <a:off x="10216688" y="2314588"/>
                  <a:ext cx="87313" cy="80963"/>
                </a:xfrm>
                <a:custGeom>
                  <a:rect b="b" l="l" r="r" t="t"/>
                  <a:pathLst>
                    <a:path extrusionOk="0" h="51" w="55">
                      <a:moveTo>
                        <a:pt x="3" y="51"/>
                      </a:moveTo>
                      <a:lnTo>
                        <a:pt x="0" y="48"/>
                      </a:lnTo>
                      <a:lnTo>
                        <a:pt x="52" y="0"/>
                      </a:lnTo>
                      <a:lnTo>
                        <a:pt x="55" y="3"/>
                      </a:lnTo>
                      <a:lnTo>
                        <a:pt x="3" y="51"/>
                      </a:lnTo>
                      <a:close/>
                    </a:path>
                  </a:pathLst>
                </a:custGeom>
                <a:solidFill>
                  <a:schemeClr val="accent4"/>
                </a:solid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770" name="Google Shape;770;p25"/>
          <p:cNvSpPr/>
          <p:nvPr/>
        </p:nvSpPr>
        <p:spPr>
          <a:xfrm>
            <a:off x="326225"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1" name="Google Shape;771;p25"/>
          <p:cNvSpPr/>
          <p:nvPr/>
        </p:nvSpPr>
        <p:spPr>
          <a:xfrm>
            <a:off x="752642"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2" name="Google Shape;772;p25"/>
          <p:cNvSpPr/>
          <p:nvPr/>
        </p:nvSpPr>
        <p:spPr>
          <a:xfrm>
            <a:off x="1179059" y="228100"/>
            <a:ext cx="303300" cy="311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3" name="Google Shape;773;p25"/>
          <p:cNvSpPr/>
          <p:nvPr/>
        </p:nvSpPr>
        <p:spPr>
          <a:xfrm>
            <a:off x="801842" y="281350"/>
            <a:ext cx="204900" cy="204900"/>
          </a:xfrm>
          <a:prstGeom prst="mathPlus">
            <a:avLst>
              <a:gd fmla="val 23520" name="adj1"/>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4" name="Google Shape;774;p25"/>
          <p:cNvSpPr/>
          <p:nvPr/>
        </p:nvSpPr>
        <p:spPr>
          <a:xfrm>
            <a:off x="1245959" y="299200"/>
            <a:ext cx="169500" cy="169200"/>
          </a:xfrm>
          <a:prstGeom prst="flowChartMagneticTap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nvGrpSpPr>
          <p:cNvPr id="775" name="Google Shape;775;p25"/>
          <p:cNvGrpSpPr/>
          <p:nvPr/>
        </p:nvGrpSpPr>
        <p:grpSpPr>
          <a:xfrm>
            <a:off x="381693" y="299201"/>
            <a:ext cx="192347" cy="156850"/>
            <a:chOff x="2244725" y="192088"/>
            <a:chExt cx="7724774" cy="6299200"/>
          </a:xfrm>
        </p:grpSpPr>
        <p:sp>
          <p:nvSpPr>
            <p:cNvPr id="776" name="Google Shape;776;p25"/>
            <p:cNvSpPr/>
            <p:nvPr/>
          </p:nvSpPr>
          <p:spPr>
            <a:xfrm>
              <a:off x="2244725" y="192088"/>
              <a:ext cx="7724774" cy="2182813"/>
            </a:xfrm>
            <a:custGeom>
              <a:rect b="b" l="l" r="r" t="t"/>
              <a:pathLst>
                <a:path extrusionOk="0" h="579" w="2050">
                  <a:moveTo>
                    <a:pt x="0" y="500"/>
                  </a:moveTo>
                  <a:cubicBezTo>
                    <a:pt x="41" y="459"/>
                    <a:pt x="81" y="414"/>
                    <a:pt x="125" y="376"/>
                  </a:cubicBezTo>
                  <a:cubicBezTo>
                    <a:pt x="310" y="216"/>
                    <a:pt x="524" y="112"/>
                    <a:pt x="765" y="71"/>
                  </a:cubicBezTo>
                  <a:cubicBezTo>
                    <a:pt x="1179" y="0"/>
                    <a:pt x="1553" y="95"/>
                    <a:pt x="1883" y="355"/>
                  </a:cubicBezTo>
                  <a:cubicBezTo>
                    <a:pt x="1934" y="395"/>
                    <a:pt x="1980" y="442"/>
                    <a:pt x="2026" y="487"/>
                  </a:cubicBezTo>
                  <a:cubicBezTo>
                    <a:pt x="2050" y="510"/>
                    <a:pt x="2049" y="540"/>
                    <a:pt x="2028" y="560"/>
                  </a:cubicBezTo>
                  <a:cubicBezTo>
                    <a:pt x="2007" y="579"/>
                    <a:pt x="1979" y="576"/>
                    <a:pt x="1956" y="553"/>
                  </a:cubicBezTo>
                  <a:cubicBezTo>
                    <a:pt x="1953" y="550"/>
                    <a:pt x="1950" y="547"/>
                    <a:pt x="1948" y="544"/>
                  </a:cubicBezTo>
                  <a:cubicBezTo>
                    <a:pt x="1820" y="410"/>
                    <a:pt x="1670" y="307"/>
                    <a:pt x="1497" y="238"/>
                  </a:cubicBezTo>
                  <a:cubicBezTo>
                    <a:pt x="1007" y="42"/>
                    <a:pt x="462" y="158"/>
                    <a:pt x="93" y="538"/>
                  </a:cubicBezTo>
                  <a:cubicBezTo>
                    <a:pt x="57" y="574"/>
                    <a:pt x="28" y="571"/>
                    <a:pt x="0" y="528"/>
                  </a:cubicBezTo>
                  <a:cubicBezTo>
                    <a:pt x="0" y="519"/>
                    <a:pt x="0" y="510"/>
                    <a:pt x="0" y="5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7" name="Google Shape;777;p25"/>
            <p:cNvSpPr/>
            <p:nvPr/>
          </p:nvSpPr>
          <p:spPr>
            <a:xfrm>
              <a:off x="3240088" y="1990726"/>
              <a:ext cx="5738812" cy="1576388"/>
            </a:xfrm>
            <a:custGeom>
              <a:rect b="b" l="l" r="r" t="t"/>
              <a:pathLst>
                <a:path extrusionOk="0" h="418" w="1523">
                  <a:moveTo>
                    <a:pt x="769" y="0"/>
                  </a:moveTo>
                  <a:cubicBezTo>
                    <a:pt x="1046" y="6"/>
                    <a:pt x="1294" y="113"/>
                    <a:pt x="1493" y="328"/>
                  </a:cubicBezTo>
                  <a:cubicBezTo>
                    <a:pt x="1523" y="360"/>
                    <a:pt x="1512" y="404"/>
                    <a:pt x="1473" y="413"/>
                  </a:cubicBezTo>
                  <a:cubicBezTo>
                    <a:pt x="1451" y="418"/>
                    <a:pt x="1435" y="408"/>
                    <a:pt x="1421" y="392"/>
                  </a:cubicBezTo>
                  <a:cubicBezTo>
                    <a:pt x="1372" y="338"/>
                    <a:pt x="1317" y="291"/>
                    <a:pt x="1257" y="251"/>
                  </a:cubicBezTo>
                  <a:cubicBezTo>
                    <a:pt x="890" y="6"/>
                    <a:pt x="403" y="59"/>
                    <a:pt x="98" y="377"/>
                  </a:cubicBezTo>
                  <a:cubicBezTo>
                    <a:pt x="89" y="387"/>
                    <a:pt x="78" y="397"/>
                    <a:pt x="65" y="402"/>
                  </a:cubicBezTo>
                  <a:cubicBezTo>
                    <a:pt x="45" y="409"/>
                    <a:pt x="23" y="399"/>
                    <a:pt x="12" y="381"/>
                  </a:cubicBezTo>
                  <a:cubicBezTo>
                    <a:pt x="0" y="362"/>
                    <a:pt x="1" y="339"/>
                    <a:pt x="19" y="322"/>
                  </a:cubicBezTo>
                  <a:cubicBezTo>
                    <a:pt x="55" y="287"/>
                    <a:pt x="90" y="251"/>
                    <a:pt x="130" y="219"/>
                  </a:cubicBezTo>
                  <a:cubicBezTo>
                    <a:pt x="312" y="75"/>
                    <a:pt x="521" y="3"/>
                    <a:pt x="769"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8" name="Google Shape;778;p25"/>
            <p:cNvSpPr/>
            <p:nvPr/>
          </p:nvSpPr>
          <p:spPr>
            <a:xfrm>
              <a:off x="4318000" y="3717926"/>
              <a:ext cx="3544888" cy="1138238"/>
            </a:xfrm>
            <a:custGeom>
              <a:rect b="b" l="l" r="r" t="t"/>
              <a:pathLst>
                <a:path extrusionOk="0" h="302" w="941">
                  <a:moveTo>
                    <a:pt x="485" y="0"/>
                  </a:moveTo>
                  <a:cubicBezTo>
                    <a:pt x="649" y="3"/>
                    <a:pt x="801" y="72"/>
                    <a:pt x="920" y="211"/>
                  </a:cubicBezTo>
                  <a:cubicBezTo>
                    <a:pt x="941" y="235"/>
                    <a:pt x="941" y="264"/>
                    <a:pt x="919" y="283"/>
                  </a:cubicBezTo>
                  <a:cubicBezTo>
                    <a:pt x="897" y="302"/>
                    <a:pt x="869" y="299"/>
                    <a:pt x="847" y="274"/>
                  </a:cubicBezTo>
                  <a:cubicBezTo>
                    <a:pt x="768" y="181"/>
                    <a:pt x="668" y="122"/>
                    <a:pt x="547" y="104"/>
                  </a:cubicBezTo>
                  <a:cubicBezTo>
                    <a:pt x="374" y="78"/>
                    <a:pt x="227" y="129"/>
                    <a:pt x="105" y="254"/>
                  </a:cubicBezTo>
                  <a:cubicBezTo>
                    <a:pt x="100" y="259"/>
                    <a:pt x="96" y="264"/>
                    <a:pt x="91" y="268"/>
                  </a:cubicBezTo>
                  <a:cubicBezTo>
                    <a:pt x="71" y="288"/>
                    <a:pt x="43" y="290"/>
                    <a:pt x="23" y="272"/>
                  </a:cubicBezTo>
                  <a:cubicBezTo>
                    <a:pt x="3" y="254"/>
                    <a:pt x="0" y="223"/>
                    <a:pt x="21" y="203"/>
                  </a:cubicBezTo>
                  <a:cubicBezTo>
                    <a:pt x="58" y="167"/>
                    <a:pt x="95" y="131"/>
                    <a:pt x="136" y="102"/>
                  </a:cubicBezTo>
                  <a:cubicBezTo>
                    <a:pt x="235" y="33"/>
                    <a:pt x="346" y="1"/>
                    <a:pt x="48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9" name="Google Shape;779;p25"/>
            <p:cNvSpPr/>
            <p:nvPr/>
          </p:nvSpPr>
          <p:spPr>
            <a:xfrm>
              <a:off x="5429250" y="5157788"/>
              <a:ext cx="1330325" cy="1333500"/>
            </a:xfrm>
            <a:custGeom>
              <a:rect b="b" l="l" r="r" t="t"/>
              <a:pathLst>
                <a:path extrusionOk="0" h="354" w="353">
                  <a:moveTo>
                    <a:pt x="0" y="177"/>
                  </a:moveTo>
                  <a:cubicBezTo>
                    <a:pt x="0" y="79"/>
                    <a:pt x="79" y="0"/>
                    <a:pt x="178" y="0"/>
                  </a:cubicBezTo>
                  <a:cubicBezTo>
                    <a:pt x="275" y="1"/>
                    <a:pt x="353" y="79"/>
                    <a:pt x="353" y="177"/>
                  </a:cubicBezTo>
                  <a:cubicBezTo>
                    <a:pt x="353" y="276"/>
                    <a:pt x="274" y="354"/>
                    <a:pt x="176" y="354"/>
                  </a:cubicBezTo>
                  <a:cubicBezTo>
                    <a:pt x="78" y="353"/>
                    <a:pt x="0" y="275"/>
                    <a:pt x="0" y="177"/>
                  </a:cubicBezTo>
                  <a:close/>
                  <a:moveTo>
                    <a:pt x="97" y="177"/>
                  </a:moveTo>
                  <a:cubicBezTo>
                    <a:pt x="97" y="221"/>
                    <a:pt x="132" y="257"/>
                    <a:pt x="176" y="257"/>
                  </a:cubicBezTo>
                  <a:cubicBezTo>
                    <a:pt x="220" y="258"/>
                    <a:pt x="256" y="222"/>
                    <a:pt x="257" y="178"/>
                  </a:cubicBezTo>
                  <a:cubicBezTo>
                    <a:pt x="257" y="133"/>
                    <a:pt x="221" y="97"/>
                    <a:pt x="176" y="97"/>
                  </a:cubicBezTo>
                  <a:cubicBezTo>
                    <a:pt x="132" y="97"/>
                    <a:pt x="97" y="132"/>
                    <a:pt x="97" y="17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0" name="Google Shape;780;p25"/>
          <p:cNvGrpSpPr/>
          <p:nvPr/>
        </p:nvGrpSpPr>
        <p:grpSpPr>
          <a:xfrm>
            <a:off x="5934113" y="910213"/>
            <a:ext cx="2496663" cy="3323054"/>
            <a:chOff x="5934113" y="910213"/>
            <a:chExt cx="2496663" cy="3323054"/>
          </a:xfrm>
        </p:grpSpPr>
        <p:grpSp>
          <p:nvGrpSpPr>
            <p:cNvPr id="781" name="Google Shape;781;p25"/>
            <p:cNvGrpSpPr/>
            <p:nvPr/>
          </p:nvGrpSpPr>
          <p:grpSpPr>
            <a:xfrm flipH="1">
              <a:off x="6886138" y="2350075"/>
              <a:ext cx="1544638" cy="528638"/>
              <a:chOff x="713213" y="1004650"/>
              <a:chExt cx="1544638" cy="528638"/>
            </a:xfrm>
          </p:grpSpPr>
          <p:sp>
            <p:nvSpPr>
              <p:cNvPr id="782" name="Google Shape;782;p25"/>
              <p:cNvSpPr/>
              <p:nvPr/>
            </p:nvSpPr>
            <p:spPr>
              <a:xfrm flipH="1">
                <a:off x="713213" y="1004650"/>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3"/>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83" name="Google Shape;783;p25"/>
              <p:cNvGrpSpPr/>
              <p:nvPr/>
            </p:nvGrpSpPr>
            <p:grpSpPr>
              <a:xfrm>
                <a:off x="842638" y="1142757"/>
                <a:ext cx="1285800" cy="204775"/>
                <a:chOff x="5848350" y="2788450"/>
                <a:chExt cx="1285800" cy="204775"/>
              </a:xfrm>
            </p:grpSpPr>
            <p:cxnSp>
              <p:nvCxnSpPr>
                <p:cNvPr id="784" name="Google Shape;784;p25"/>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785" name="Google Shape;785;p25"/>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786" name="Google Shape;786;p25"/>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787" name="Google Shape;787;p25"/>
            <p:cNvGrpSpPr/>
            <p:nvPr/>
          </p:nvGrpSpPr>
          <p:grpSpPr>
            <a:xfrm>
              <a:off x="5934113" y="3076400"/>
              <a:ext cx="1544638" cy="528638"/>
              <a:chOff x="5728088" y="2646488"/>
              <a:chExt cx="1544638" cy="528638"/>
            </a:xfrm>
          </p:grpSpPr>
          <p:sp>
            <p:nvSpPr>
              <p:cNvPr id="788" name="Google Shape;788;p25"/>
              <p:cNvSpPr/>
              <p:nvPr/>
            </p:nvSpPr>
            <p:spPr>
              <a:xfrm flipH="1">
                <a:off x="5728088" y="2646488"/>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89" name="Google Shape;789;p25"/>
              <p:cNvGrpSpPr/>
              <p:nvPr/>
            </p:nvGrpSpPr>
            <p:grpSpPr>
              <a:xfrm>
                <a:off x="5857513" y="2784594"/>
                <a:ext cx="1285800" cy="204775"/>
                <a:chOff x="5848350" y="2788450"/>
                <a:chExt cx="1285800" cy="204775"/>
              </a:xfrm>
            </p:grpSpPr>
            <p:cxnSp>
              <p:nvCxnSpPr>
                <p:cNvPr id="790" name="Google Shape;790;p25"/>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791" name="Google Shape;791;p25"/>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792" name="Google Shape;792;p25"/>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793" name="Google Shape;793;p25"/>
            <p:cNvGrpSpPr/>
            <p:nvPr/>
          </p:nvGrpSpPr>
          <p:grpSpPr>
            <a:xfrm>
              <a:off x="7335850" y="3802717"/>
              <a:ext cx="1094925" cy="430550"/>
              <a:chOff x="1862850" y="1718717"/>
              <a:chExt cx="1094925" cy="430550"/>
            </a:xfrm>
          </p:grpSpPr>
          <p:sp>
            <p:nvSpPr>
              <p:cNvPr id="794" name="Google Shape;794;p25"/>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795" name="Google Shape;795;p25"/>
              <p:cNvGrpSpPr/>
              <p:nvPr/>
            </p:nvGrpSpPr>
            <p:grpSpPr>
              <a:xfrm>
                <a:off x="1978095" y="1808221"/>
                <a:ext cx="877866" cy="203169"/>
                <a:chOff x="2181677" y="2165344"/>
                <a:chExt cx="674400" cy="203189"/>
              </a:xfrm>
            </p:grpSpPr>
            <p:cxnSp>
              <p:nvCxnSpPr>
                <p:cNvPr id="796" name="Google Shape;796;p25"/>
                <p:cNvCxnSpPr/>
                <p:nvPr/>
              </p:nvCxnSpPr>
              <p:spPr>
                <a:xfrm>
                  <a:off x="2181677" y="2165344"/>
                  <a:ext cx="674400" cy="0"/>
                </a:xfrm>
                <a:prstGeom prst="straightConnector1">
                  <a:avLst/>
                </a:prstGeom>
                <a:noFill/>
                <a:ln cap="flat" cmpd="sng" w="9525">
                  <a:solidFill>
                    <a:schemeClr val="dk2"/>
                  </a:solidFill>
                  <a:prstDash val="solid"/>
                  <a:round/>
                  <a:headEnd len="med" w="med" type="none"/>
                  <a:tailEnd len="med" w="med" type="none"/>
                </a:ln>
              </p:spPr>
            </p:cxnSp>
            <p:cxnSp>
              <p:nvCxnSpPr>
                <p:cNvPr id="797" name="Google Shape;797;p25"/>
                <p:cNvCxnSpPr/>
                <p:nvPr/>
              </p:nvCxnSpPr>
              <p:spPr>
                <a:xfrm>
                  <a:off x="2181677" y="2266938"/>
                  <a:ext cx="674400" cy="0"/>
                </a:xfrm>
                <a:prstGeom prst="straightConnector1">
                  <a:avLst/>
                </a:prstGeom>
                <a:noFill/>
                <a:ln cap="flat" cmpd="sng" w="9525">
                  <a:solidFill>
                    <a:schemeClr val="dk2"/>
                  </a:solidFill>
                  <a:prstDash val="solid"/>
                  <a:round/>
                  <a:headEnd len="med" w="med" type="none"/>
                  <a:tailEnd len="med" w="med" type="none"/>
                </a:ln>
              </p:spPr>
            </p:cxnSp>
            <p:cxnSp>
              <p:nvCxnSpPr>
                <p:cNvPr id="798" name="Google Shape;798;p25"/>
                <p:cNvCxnSpPr/>
                <p:nvPr/>
              </p:nvCxnSpPr>
              <p:spPr>
                <a:xfrm>
                  <a:off x="2181677" y="2368533"/>
                  <a:ext cx="2052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799" name="Google Shape;799;p25"/>
            <p:cNvGrpSpPr/>
            <p:nvPr/>
          </p:nvGrpSpPr>
          <p:grpSpPr>
            <a:xfrm>
              <a:off x="5934126" y="910213"/>
              <a:ext cx="879475" cy="1439864"/>
              <a:chOff x="704550" y="2022613"/>
              <a:chExt cx="879475" cy="1439864"/>
            </a:xfrm>
          </p:grpSpPr>
          <p:sp>
            <p:nvSpPr>
              <p:cNvPr id="800" name="Google Shape;800;p25"/>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801" name="Google Shape;801;p25"/>
              <p:cNvGrpSpPr/>
              <p:nvPr/>
            </p:nvGrpSpPr>
            <p:grpSpPr>
              <a:xfrm>
                <a:off x="839488" y="2182413"/>
                <a:ext cx="609600" cy="1117540"/>
                <a:chOff x="7453338" y="715125"/>
                <a:chExt cx="609600" cy="1117540"/>
              </a:xfrm>
            </p:grpSpPr>
            <p:cxnSp>
              <p:nvCxnSpPr>
                <p:cNvPr id="802" name="Google Shape;802;p25"/>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3" name="Google Shape;803;p25"/>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4" name="Google Shape;804;p25"/>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5" name="Google Shape;805;p25"/>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6" name="Google Shape;806;p25"/>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7" name="Google Shape;807;p25"/>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8" name="Google Shape;808;p25"/>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09" name="Google Shape;809;p25"/>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10" name="Google Shape;810;p25"/>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11" name="Google Shape;811;p25"/>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12" name="Google Shape;812;p25"/>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13" name="Google Shape;813;p25"/>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Dela Gothic One"/>
              <a:buNone/>
              <a:defRPr sz="2600">
                <a:solidFill>
                  <a:schemeClr val="dk1"/>
                </a:solidFill>
                <a:latin typeface="Dela Gothic One"/>
                <a:ea typeface="Dela Gothic One"/>
                <a:cs typeface="Dela Gothic One"/>
                <a:sym typeface="Dela Gothic One"/>
              </a:defRPr>
            </a:lvl1pPr>
            <a:lvl2pPr lvl="1"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2pPr>
            <a:lvl3pPr lvl="2"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3pPr>
            <a:lvl4pPr lvl="3"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4pPr>
            <a:lvl5pPr lvl="4"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5pPr>
            <a:lvl6pPr lvl="5"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6pPr>
            <a:lvl7pPr lvl="6"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7pPr>
            <a:lvl8pPr lvl="7"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8pPr>
            <a:lvl9pPr lvl="8" rtl="0">
              <a:spcBef>
                <a:spcPts val="0"/>
              </a:spcBef>
              <a:spcAft>
                <a:spcPts val="0"/>
              </a:spcAft>
              <a:buClr>
                <a:schemeClr val="dk1"/>
              </a:buClr>
              <a:buSzPts val="3000"/>
              <a:buFont typeface="Dela Gothic One"/>
              <a:buNone/>
              <a:defRPr b="1" sz="3000">
                <a:solidFill>
                  <a:schemeClr val="dk1"/>
                </a:solidFill>
                <a:latin typeface="Dela Gothic One"/>
                <a:ea typeface="Dela Gothic One"/>
                <a:cs typeface="Dela Gothic One"/>
                <a:sym typeface="Dela Gothic On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1pPr>
            <a:lvl2pPr indent="-304800" lvl="1" marL="9144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2pPr>
            <a:lvl3pPr indent="-304800" lvl="2" marL="13716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3pPr>
            <a:lvl4pPr indent="-304800" lvl="3" marL="1828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4pPr>
            <a:lvl5pPr indent="-304800" lvl="4" marL="22860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5pPr>
            <a:lvl6pPr indent="-304800" lvl="5" marL="27432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6pPr>
            <a:lvl7pPr indent="-304800" lvl="6" marL="32004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7pPr>
            <a:lvl8pPr indent="-304800" lvl="7" marL="36576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8pPr>
            <a:lvl9pPr indent="-304800" lvl="8" marL="411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ransition spd="med">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hyperlink" Target="http://drive.google.com/file/d/18gN9qJ66sh_TNCcF6biGgiFK2RT-T3vw/view" TargetMode="Externa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17" name="Shape 817"/>
        <p:cNvGrpSpPr/>
        <p:nvPr/>
      </p:nvGrpSpPr>
      <p:grpSpPr>
        <a:xfrm>
          <a:off x="0" y="0"/>
          <a:ext cx="0" cy="0"/>
          <a:chOff x="0" y="0"/>
          <a:chExt cx="0" cy="0"/>
        </a:xfrm>
      </p:grpSpPr>
      <p:sp>
        <p:nvSpPr>
          <p:cNvPr id="818" name="Google Shape;818;p26"/>
          <p:cNvSpPr txBox="1"/>
          <p:nvPr>
            <p:ph type="ctrTitle"/>
          </p:nvPr>
        </p:nvSpPr>
        <p:spPr>
          <a:xfrm>
            <a:off x="713351" y="1010425"/>
            <a:ext cx="5163600" cy="1451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NYP CNC AI </a:t>
            </a:r>
            <a:r>
              <a:rPr lang="en"/>
              <a:t>Chatbot Helper</a:t>
            </a:r>
            <a:endParaRPr/>
          </a:p>
        </p:txBody>
      </p:sp>
      <p:sp>
        <p:nvSpPr>
          <p:cNvPr id="819" name="Google Shape;819;p26"/>
          <p:cNvSpPr txBox="1"/>
          <p:nvPr>
            <p:ph idx="1" type="subTitle"/>
          </p:nvPr>
        </p:nvSpPr>
        <p:spPr>
          <a:xfrm>
            <a:off x="713225" y="2529275"/>
            <a:ext cx="4709100" cy="3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Ilysia and Bryan</a:t>
            </a:r>
            <a:endParaRPr/>
          </a:p>
        </p:txBody>
      </p:sp>
      <p:grpSp>
        <p:nvGrpSpPr>
          <p:cNvPr id="820" name="Google Shape;820;p26"/>
          <p:cNvGrpSpPr/>
          <p:nvPr/>
        </p:nvGrpSpPr>
        <p:grpSpPr>
          <a:xfrm>
            <a:off x="5832488" y="765713"/>
            <a:ext cx="2598275" cy="3568950"/>
            <a:chOff x="5832488" y="765713"/>
            <a:chExt cx="2598275" cy="3568950"/>
          </a:xfrm>
        </p:grpSpPr>
        <p:grpSp>
          <p:nvGrpSpPr>
            <p:cNvPr id="821" name="Google Shape;821;p26"/>
            <p:cNvGrpSpPr/>
            <p:nvPr/>
          </p:nvGrpSpPr>
          <p:grpSpPr>
            <a:xfrm>
              <a:off x="7552875" y="3864763"/>
              <a:ext cx="877888" cy="469900"/>
              <a:chOff x="7552875" y="3864763"/>
              <a:chExt cx="877888" cy="469900"/>
            </a:xfrm>
          </p:grpSpPr>
          <p:sp>
            <p:nvSpPr>
              <p:cNvPr id="822" name="Google Shape;822;p26"/>
              <p:cNvSpPr/>
              <p:nvPr/>
            </p:nvSpPr>
            <p:spPr>
              <a:xfrm>
                <a:off x="7552875" y="3864763"/>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23" name="Google Shape;823;p26"/>
              <p:cNvGrpSpPr/>
              <p:nvPr/>
            </p:nvGrpSpPr>
            <p:grpSpPr>
              <a:xfrm>
                <a:off x="7661171" y="3979575"/>
                <a:ext cx="667073" cy="204775"/>
                <a:chOff x="5848350" y="2788450"/>
                <a:chExt cx="1285800" cy="204775"/>
              </a:xfrm>
            </p:grpSpPr>
            <p:cxnSp>
              <p:nvCxnSpPr>
                <p:cNvPr id="824" name="Google Shape;824;p26"/>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825" name="Google Shape;825;p26"/>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826" name="Google Shape;826;p26"/>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827" name="Google Shape;827;p26"/>
            <p:cNvGrpSpPr/>
            <p:nvPr/>
          </p:nvGrpSpPr>
          <p:grpSpPr>
            <a:xfrm>
              <a:off x="5832488" y="2799813"/>
              <a:ext cx="1544638" cy="528638"/>
              <a:chOff x="5832488" y="2799813"/>
              <a:chExt cx="1544638" cy="528638"/>
            </a:xfrm>
          </p:grpSpPr>
          <p:sp>
            <p:nvSpPr>
              <p:cNvPr id="828" name="Google Shape;828;p26"/>
              <p:cNvSpPr/>
              <p:nvPr/>
            </p:nvSpPr>
            <p:spPr>
              <a:xfrm flipH="1">
                <a:off x="5832488" y="2799813"/>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3"/>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29" name="Google Shape;829;p26"/>
              <p:cNvGrpSpPr/>
              <p:nvPr/>
            </p:nvGrpSpPr>
            <p:grpSpPr>
              <a:xfrm>
                <a:off x="5961913" y="2937919"/>
                <a:ext cx="1285800" cy="204775"/>
                <a:chOff x="5848350" y="2788450"/>
                <a:chExt cx="1285800" cy="204775"/>
              </a:xfrm>
            </p:grpSpPr>
            <p:cxnSp>
              <p:nvCxnSpPr>
                <p:cNvPr id="830" name="Google Shape;830;p26"/>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831" name="Google Shape;831;p26"/>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832" name="Google Shape;832;p26"/>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833" name="Google Shape;833;p26"/>
            <p:cNvGrpSpPr/>
            <p:nvPr/>
          </p:nvGrpSpPr>
          <p:grpSpPr>
            <a:xfrm>
              <a:off x="7552875" y="765713"/>
              <a:ext cx="877888" cy="1947862"/>
              <a:chOff x="7552875" y="765713"/>
              <a:chExt cx="877888" cy="1947862"/>
            </a:xfrm>
          </p:grpSpPr>
          <p:sp>
            <p:nvSpPr>
              <p:cNvPr id="834" name="Google Shape;834;p26"/>
              <p:cNvSpPr/>
              <p:nvPr/>
            </p:nvSpPr>
            <p:spPr>
              <a:xfrm>
                <a:off x="7552875" y="765713"/>
                <a:ext cx="877888" cy="1947862"/>
              </a:xfrm>
              <a:custGeom>
                <a:rect b="b" l="l" r="r" t="t"/>
                <a:pathLst>
                  <a:path extrusionOk="0" h="815" w="367">
                    <a:moveTo>
                      <a:pt x="342" y="0"/>
                    </a:moveTo>
                    <a:cubicBezTo>
                      <a:pt x="25" y="0"/>
                      <a:pt x="25" y="0"/>
                      <a:pt x="25" y="0"/>
                    </a:cubicBezTo>
                    <a:cubicBezTo>
                      <a:pt x="11" y="0"/>
                      <a:pt x="0" y="14"/>
                      <a:pt x="0" y="28"/>
                    </a:cubicBezTo>
                    <a:cubicBezTo>
                      <a:pt x="0" y="777"/>
                      <a:pt x="0" y="777"/>
                      <a:pt x="0" y="777"/>
                    </a:cubicBezTo>
                    <a:cubicBezTo>
                      <a:pt x="0" y="791"/>
                      <a:pt x="11" y="802"/>
                      <a:pt x="25" y="802"/>
                    </a:cubicBezTo>
                    <a:cubicBezTo>
                      <a:pt x="309" y="802"/>
                      <a:pt x="309" y="802"/>
                      <a:pt x="309" y="802"/>
                    </a:cubicBezTo>
                    <a:cubicBezTo>
                      <a:pt x="310" y="806"/>
                      <a:pt x="312" y="809"/>
                      <a:pt x="315" y="811"/>
                    </a:cubicBezTo>
                    <a:cubicBezTo>
                      <a:pt x="318" y="814"/>
                      <a:pt x="322" y="815"/>
                      <a:pt x="326" y="815"/>
                    </a:cubicBezTo>
                    <a:cubicBezTo>
                      <a:pt x="326" y="815"/>
                      <a:pt x="327" y="815"/>
                      <a:pt x="327" y="815"/>
                    </a:cubicBezTo>
                    <a:cubicBezTo>
                      <a:pt x="328" y="815"/>
                      <a:pt x="328" y="815"/>
                      <a:pt x="328" y="815"/>
                    </a:cubicBezTo>
                    <a:cubicBezTo>
                      <a:pt x="328" y="814"/>
                      <a:pt x="328" y="814"/>
                      <a:pt x="328" y="814"/>
                    </a:cubicBezTo>
                    <a:cubicBezTo>
                      <a:pt x="326" y="810"/>
                      <a:pt x="325" y="806"/>
                      <a:pt x="326" y="802"/>
                    </a:cubicBezTo>
                    <a:cubicBezTo>
                      <a:pt x="342" y="802"/>
                      <a:pt x="342" y="802"/>
                      <a:pt x="342" y="802"/>
                    </a:cubicBezTo>
                    <a:cubicBezTo>
                      <a:pt x="356" y="802"/>
                      <a:pt x="367" y="791"/>
                      <a:pt x="367" y="777"/>
                    </a:cubicBezTo>
                    <a:cubicBezTo>
                      <a:pt x="367" y="25"/>
                      <a:pt x="367" y="25"/>
                      <a:pt x="367" y="25"/>
                    </a:cubicBezTo>
                    <a:cubicBezTo>
                      <a:pt x="367" y="11"/>
                      <a:pt x="356" y="0"/>
                      <a:pt x="342"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35" name="Google Shape;835;p26"/>
              <p:cNvGrpSpPr/>
              <p:nvPr/>
            </p:nvGrpSpPr>
            <p:grpSpPr>
              <a:xfrm>
                <a:off x="7679138" y="903750"/>
                <a:ext cx="609600" cy="1625513"/>
                <a:chOff x="7453338" y="715125"/>
                <a:chExt cx="609600" cy="1625513"/>
              </a:xfrm>
            </p:grpSpPr>
            <p:cxnSp>
              <p:nvCxnSpPr>
                <p:cNvPr id="836" name="Google Shape;836;p26"/>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37" name="Google Shape;837;p26"/>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38" name="Google Shape;838;p26"/>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39" name="Google Shape;839;p26"/>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0" name="Google Shape;840;p26"/>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1" name="Google Shape;841;p26"/>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2" name="Google Shape;842;p26"/>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3" name="Google Shape;843;p26"/>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4" name="Google Shape;844;p26"/>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5" name="Google Shape;845;p26"/>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6" name="Google Shape;846;p26"/>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7" name="Google Shape;847;p26"/>
                <p:cNvCxnSpPr/>
                <p:nvPr/>
              </p:nvCxnSpPr>
              <p:spPr>
                <a:xfrm>
                  <a:off x="7453338" y="183266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8" name="Google Shape;848;p26"/>
                <p:cNvCxnSpPr/>
                <p:nvPr/>
              </p:nvCxnSpPr>
              <p:spPr>
                <a:xfrm>
                  <a:off x="7453338" y="193425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49" name="Google Shape;849;p26"/>
                <p:cNvCxnSpPr/>
                <p:nvPr/>
              </p:nvCxnSpPr>
              <p:spPr>
                <a:xfrm>
                  <a:off x="7453338" y="203585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50" name="Google Shape;850;p26"/>
                <p:cNvCxnSpPr/>
                <p:nvPr/>
              </p:nvCxnSpPr>
              <p:spPr>
                <a:xfrm>
                  <a:off x="7453338" y="213744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51" name="Google Shape;851;p26"/>
                <p:cNvCxnSpPr/>
                <p:nvPr/>
              </p:nvCxnSpPr>
              <p:spPr>
                <a:xfrm>
                  <a:off x="7453338" y="223904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52" name="Google Shape;852;p26"/>
                <p:cNvCxnSpPr/>
                <p:nvPr/>
              </p:nvCxnSpPr>
              <p:spPr>
                <a:xfrm>
                  <a:off x="7453338" y="2340638"/>
                  <a:ext cx="2928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853" name="Google Shape;853;p26"/>
            <p:cNvGrpSpPr/>
            <p:nvPr/>
          </p:nvGrpSpPr>
          <p:grpSpPr>
            <a:xfrm>
              <a:off x="6859950" y="3404525"/>
              <a:ext cx="1544651" cy="318600"/>
              <a:chOff x="6859950" y="3404525"/>
              <a:chExt cx="1544651" cy="318600"/>
            </a:xfrm>
          </p:grpSpPr>
          <p:sp>
            <p:nvSpPr>
              <p:cNvPr id="854" name="Google Shape;854;p26"/>
              <p:cNvSpPr/>
              <p:nvPr/>
            </p:nvSpPr>
            <p:spPr>
              <a:xfrm>
                <a:off x="6859950" y="3404525"/>
                <a:ext cx="1544651" cy="31860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55" name="Google Shape;855;p26"/>
              <p:cNvGrpSpPr/>
              <p:nvPr/>
            </p:nvGrpSpPr>
            <p:grpSpPr>
              <a:xfrm>
                <a:off x="6958502" y="3493275"/>
                <a:ext cx="1369506" cy="102388"/>
                <a:chOff x="5848350" y="2788450"/>
                <a:chExt cx="1285800" cy="102388"/>
              </a:xfrm>
            </p:grpSpPr>
            <p:cxnSp>
              <p:nvCxnSpPr>
                <p:cNvPr id="856" name="Google Shape;856;p26"/>
                <p:cNvCxnSpPr/>
                <p:nvPr/>
              </p:nvCxnSpPr>
              <p:spPr>
                <a:xfrm>
                  <a:off x="5848350" y="2788450"/>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857" name="Google Shape;857;p26"/>
                <p:cNvCxnSpPr/>
                <p:nvPr/>
              </p:nvCxnSpPr>
              <p:spPr>
                <a:xfrm>
                  <a:off x="5848350" y="2890838"/>
                  <a:ext cx="1285800" cy="0"/>
                </a:xfrm>
                <a:prstGeom prst="straightConnector1">
                  <a:avLst/>
                </a:prstGeom>
                <a:noFill/>
                <a:ln cap="flat" cmpd="sng" w="9525">
                  <a:solidFill>
                    <a:schemeClr val="dk2"/>
                  </a:solidFill>
                  <a:prstDash val="solid"/>
                  <a:round/>
                  <a:headEnd len="med" w="med" type="none"/>
                  <a:tailEnd len="med" w="med" type="none"/>
                </a:ln>
              </p:spPr>
            </p:cxnSp>
          </p:grpSp>
        </p:grpSp>
      </p:grpSp>
      <p:cxnSp>
        <p:nvCxnSpPr>
          <p:cNvPr id="858" name="Google Shape;858;p26"/>
          <p:cNvCxnSpPr/>
          <p:nvPr/>
        </p:nvCxnSpPr>
        <p:spPr>
          <a:xfrm>
            <a:off x="722575" y="2462125"/>
            <a:ext cx="4516200" cy="0"/>
          </a:xfrm>
          <a:prstGeom prst="straightConnector1">
            <a:avLst/>
          </a:prstGeom>
          <a:noFill/>
          <a:ln cap="flat" cmpd="sng" w="9525">
            <a:solidFill>
              <a:schemeClr val="dk1"/>
            </a:solidFill>
            <a:prstDash val="solid"/>
            <a:round/>
            <a:headEnd len="med" w="med" type="none"/>
            <a:tailEnd len="med" w="med" type="none"/>
          </a:ln>
        </p:spPr>
      </p:cxnSp>
      <p:cxnSp>
        <p:nvCxnSpPr>
          <p:cNvPr id="859" name="Google Shape;859;p26"/>
          <p:cNvCxnSpPr/>
          <p:nvPr/>
        </p:nvCxnSpPr>
        <p:spPr>
          <a:xfrm>
            <a:off x="722575" y="1000550"/>
            <a:ext cx="4516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63" name="Shape 863"/>
        <p:cNvGrpSpPr/>
        <p:nvPr/>
      </p:nvGrpSpPr>
      <p:grpSpPr>
        <a:xfrm>
          <a:off x="0" y="0"/>
          <a:ext cx="0" cy="0"/>
          <a:chOff x="0" y="0"/>
          <a:chExt cx="0" cy="0"/>
        </a:xfrm>
      </p:grpSpPr>
      <p:sp>
        <p:nvSpPr>
          <p:cNvPr id="864" name="Google Shape;864;p27"/>
          <p:cNvSpPr txBox="1"/>
          <p:nvPr>
            <p:ph type="title"/>
          </p:nvPr>
        </p:nvSpPr>
        <p:spPr>
          <a:xfrm>
            <a:off x="3811100" y="2679200"/>
            <a:ext cx="5251500" cy="10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PROJECT BRIEF</a:t>
            </a:r>
            <a:endParaRPr sz="3700"/>
          </a:p>
        </p:txBody>
      </p:sp>
      <p:sp>
        <p:nvSpPr>
          <p:cNvPr id="865" name="Google Shape;865;p27"/>
          <p:cNvSpPr txBox="1"/>
          <p:nvPr>
            <p:ph idx="2" type="title"/>
          </p:nvPr>
        </p:nvSpPr>
        <p:spPr>
          <a:xfrm>
            <a:off x="7195075" y="1806613"/>
            <a:ext cx="1235700" cy="8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01</a:t>
            </a:r>
            <a:endParaRPr/>
          </a:p>
        </p:txBody>
      </p:sp>
      <p:grpSp>
        <p:nvGrpSpPr>
          <p:cNvPr id="866" name="Google Shape;866;p27"/>
          <p:cNvGrpSpPr/>
          <p:nvPr/>
        </p:nvGrpSpPr>
        <p:grpSpPr>
          <a:xfrm>
            <a:off x="704550" y="1577225"/>
            <a:ext cx="2253212" cy="2726351"/>
            <a:chOff x="704550" y="1577225"/>
            <a:chExt cx="2253212" cy="2726351"/>
          </a:xfrm>
        </p:grpSpPr>
        <p:grpSp>
          <p:nvGrpSpPr>
            <p:cNvPr id="867" name="Google Shape;867;p27"/>
            <p:cNvGrpSpPr/>
            <p:nvPr/>
          </p:nvGrpSpPr>
          <p:grpSpPr>
            <a:xfrm>
              <a:off x="713213" y="1577225"/>
              <a:ext cx="1544638" cy="528638"/>
              <a:chOff x="713213" y="1004650"/>
              <a:chExt cx="1544638" cy="528638"/>
            </a:xfrm>
          </p:grpSpPr>
          <p:sp>
            <p:nvSpPr>
              <p:cNvPr id="868" name="Google Shape;868;p27"/>
              <p:cNvSpPr/>
              <p:nvPr/>
            </p:nvSpPr>
            <p:spPr>
              <a:xfrm flipH="1">
                <a:off x="713213" y="1004650"/>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69" name="Google Shape;869;p27"/>
              <p:cNvGrpSpPr/>
              <p:nvPr/>
            </p:nvGrpSpPr>
            <p:grpSpPr>
              <a:xfrm>
                <a:off x="842638" y="1142757"/>
                <a:ext cx="1285800" cy="204775"/>
                <a:chOff x="5848350" y="2788450"/>
                <a:chExt cx="1285800" cy="204775"/>
              </a:xfrm>
            </p:grpSpPr>
            <p:cxnSp>
              <p:nvCxnSpPr>
                <p:cNvPr id="870" name="Google Shape;870;p27"/>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871" name="Google Shape;871;p27"/>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872" name="Google Shape;872;p27"/>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873" name="Google Shape;873;p27"/>
            <p:cNvGrpSpPr/>
            <p:nvPr/>
          </p:nvGrpSpPr>
          <p:grpSpPr>
            <a:xfrm>
              <a:off x="704551" y="2432263"/>
              <a:ext cx="879475" cy="1439864"/>
              <a:chOff x="704550" y="2022613"/>
              <a:chExt cx="879475" cy="1439864"/>
            </a:xfrm>
          </p:grpSpPr>
          <p:sp>
            <p:nvSpPr>
              <p:cNvPr id="874" name="Google Shape;874;p27"/>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875" name="Google Shape;875;p27"/>
              <p:cNvGrpSpPr/>
              <p:nvPr/>
            </p:nvGrpSpPr>
            <p:grpSpPr>
              <a:xfrm>
                <a:off x="839488" y="2182413"/>
                <a:ext cx="609600" cy="1117540"/>
                <a:chOff x="7453338" y="715125"/>
                <a:chExt cx="609600" cy="1117540"/>
              </a:xfrm>
            </p:grpSpPr>
            <p:cxnSp>
              <p:nvCxnSpPr>
                <p:cNvPr id="876" name="Google Shape;876;p27"/>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77" name="Google Shape;877;p27"/>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78" name="Google Shape;878;p27"/>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79" name="Google Shape;879;p27"/>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0" name="Google Shape;880;p27"/>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1" name="Google Shape;881;p27"/>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2" name="Google Shape;882;p27"/>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3" name="Google Shape;883;p27"/>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4" name="Google Shape;884;p27"/>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5" name="Google Shape;885;p27"/>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6" name="Google Shape;886;p27"/>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887" name="Google Shape;887;p27"/>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888" name="Google Shape;888;p27"/>
            <p:cNvGrpSpPr/>
            <p:nvPr/>
          </p:nvGrpSpPr>
          <p:grpSpPr>
            <a:xfrm>
              <a:off x="1386950" y="3987826"/>
              <a:ext cx="1544651" cy="315750"/>
              <a:chOff x="1386950" y="3823101"/>
              <a:chExt cx="1544651" cy="315750"/>
            </a:xfrm>
          </p:grpSpPr>
          <p:sp>
            <p:nvSpPr>
              <p:cNvPr id="889" name="Google Shape;889;p27"/>
              <p:cNvSpPr/>
              <p:nvPr/>
            </p:nvSpPr>
            <p:spPr>
              <a:xfrm>
                <a:off x="1386950" y="3823101"/>
                <a:ext cx="1544651" cy="31575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90" name="Google Shape;890;p27"/>
              <p:cNvGrpSpPr/>
              <p:nvPr/>
            </p:nvGrpSpPr>
            <p:grpSpPr>
              <a:xfrm>
                <a:off x="1485502" y="3909138"/>
                <a:ext cx="1369506" cy="102388"/>
                <a:chOff x="5848350" y="2772075"/>
                <a:chExt cx="1285800" cy="102388"/>
              </a:xfrm>
            </p:grpSpPr>
            <p:cxnSp>
              <p:nvCxnSpPr>
                <p:cNvPr id="891" name="Google Shape;891;p27"/>
                <p:cNvCxnSpPr/>
                <p:nvPr/>
              </p:nvCxnSpPr>
              <p:spPr>
                <a:xfrm>
                  <a:off x="5848350" y="2772075"/>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892" name="Google Shape;892;p27"/>
                <p:cNvCxnSpPr/>
                <p:nvPr/>
              </p:nvCxnSpPr>
              <p:spPr>
                <a:xfrm>
                  <a:off x="5848350" y="2874463"/>
                  <a:ext cx="3897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893" name="Google Shape;893;p27"/>
            <p:cNvGrpSpPr/>
            <p:nvPr/>
          </p:nvGrpSpPr>
          <p:grpSpPr>
            <a:xfrm>
              <a:off x="2079875" y="3368426"/>
              <a:ext cx="877888" cy="469900"/>
              <a:chOff x="2079875" y="3121151"/>
              <a:chExt cx="877888" cy="469900"/>
            </a:xfrm>
          </p:grpSpPr>
          <p:sp>
            <p:nvSpPr>
              <p:cNvPr id="894" name="Google Shape;894;p27"/>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dk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95" name="Google Shape;895;p27"/>
              <p:cNvGrpSpPr/>
              <p:nvPr/>
            </p:nvGrpSpPr>
            <p:grpSpPr>
              <a:xfrm>
                <a:off x="2181689" y="3241906"/>
                <a:ext cx="674279" cy="203189"/>
                <a:chOff x="2181677" y="2165344"/>
                <a:chExt cx="674279" cy="203189"/>
              </a:xfrm>
            </p:grpSpPr>
            <p:cxnSp>
              <p:nvCxnSpPr>
                <p:cNvPr id="896" name="Google Shape;896;p27"/>
                <p:cNvCxnSpPr/>
                <p:nvPr/>
              </p:nvCxnSpPr>
              <p:spPr>
                <a:xfrm>
                  <a:off x="2181677" y="2165344"/>
                  <a:ext cx="674279" cy="0"/>
                </a:xfrm>
                <a:prstGeom prst="straightConnector1">
                  <a:avLst/>
                </a:prstGeom>
                <a:noFill/>
                <a:ln cap="flat" cmpd="sng" w="9525">
                  <a:solidFill>
                    <a:schemeClr val="dk1"/>
                  </a:solidFill>
                  <a:prstDash val="solid"/>
                  <a:round/>
                  <a:headEnd len="med" w="med" type="none"/>
                  <a:tailEnd len="med" w="med" type="none"/>
                </a:ln>
              </p:spPr>
            </p:cxnSp>
            <p:cxnSp>
              <p:nvCxnSpPr>
                <p:cNvPr id="897" name="Google Shape;897;p27"/>
                <p:cNvCxnSpPr/>
                <p:nvPr/>
              </p:nvCxnSpPr>
              <p:spPr>
                <a:xfrm>
                  <a:off x="2181677" y="2266938"/>
                  <a:ext cx="674279" cy="0"/>
                </a:xfrm>
                <a:prstGeom prst="straightConnector1">
                  <a:avLst/>
                </a:prstGeom>
                <a:noFill/>
                <a:ln cap="flat" cmpd="sng" w="9525">
                  <a:solidFill>
                    <a:schemeClr val="dk1"/>
                  </a:solidFill>
                  <a:prstDash val="solid"/>
                  <a:round/>
                  <a:headEnd len="med" w="med" type="none"/>
                  <a:tailEnd len="med" w="med" type="none"/>
                </a:ln>
              </p:spPr>
            </p:cxnSp>
            <p:cxnSp>
              <p:nvCxnSpPr>
                <p:cNvPr id="898" name="Google Shape;898;p27"/>
                <p:cNvCxnSpPr/>
                <p:nvPr/>
              </p:nvCxnSpPr>
              <p:spPr>
                <a:xfrm>
                  <a:off x="2181677" y="2368533"/>
                  <a:ext cx="674279" cy="0"/>
                </a:xfrm>
                <a:prstGeom prst="straightConnector1">
                  <a:avLst/>
                </a:prstGeom>
                <a:noFill/>
                <a:ln cap="flat" cmpd="sng" w="9525">
                  <a:solidFill>
                    <a:schemeClr val="dk1"/>
                  </a:solidFill>
                  <a:prstDash val="solid"/>
                  <a:round/>
                  <a:headEnd len="med" w="med" type="none"/>
                  <a:tailEnd len="med" w="med" type="none"/>
                </a:ln>
              </p:spPr>
            </p:cxnSp>
          </p:grpSp>
        </p:grpSp>
        <p:grpSp>
          <p:nvGrpSpPr>
            <p:cNvPr id="899" name="Google Shape;899;p27"/>
            <p:cNvGrpSpPr/>
            <p:nvPr/>
          </p:nvGrpSpPr>
          <p:grpSpPr>
            <a:xfrm>
              <a:off x="1736425" y="2257167"/>
              <a:ext cx="1094925" cy="430550"/>
              <a:chOff x="1862850" y="1718717"/>
              <a:chExt cx="1094925" cy="430550"/>
            </a:xfrm>
          </p:grpSpPr>
          <p:sp>
            <p:nvSpPr>
              <p:cNvPr id="900" name="Google Shape;900;p27"/>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901" name="Google Shape;901;p27"/>
              <p:cNvGrpSpPr/>
              <p:nvPr/>
            </p:nvGrpSpPr>
            <p:grpSpPr>
              <a:xfrm>
                <a:off x="1978095" y="1808221"/>
                <a:ext cx="877866" cy="203169"/>
                <a:chOff x="2181677" y="2165344"/>
                <a:chExt cx="674400" cy="203189"/>
              </a:xfrm>
            </p:grpSpPr>
            <p:cxnSp>
              <p:nvCxnSpPr>
                <p:cNvPr id="902" name="Google Shape;902;p27"/>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03" name="Google Shape;903;p27"/>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04" name="Google Shape;904;p27"/>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cxnSp>
        <p:nvCxnSpPr>
          <p:cNvPr id="905" name="Google Shape;905;p27"/>
          <p:cNvCxnSpPr/>
          <p:nvPr/>
        </p:nvCxnSpPr>
        <p:spPr>
          <a:xfrm flipH="1" rot="10800000">
            <a:off x="3884150" y="3741050"/>
            <a:ext cx="5039100" cy="31200"/>
          </a:xfrm>
          <a:prstGeom prst="straightConnector1">
            <a:avLst/>
          </a:prstGeom>
          <a:noFill/>
          <a:ln cap="flat" cmpd="sng" w="9525">
            <a:solidFill>
              <a:schemeClr val="dk1"/>
            </a:solidFill>
            <a:prstDash val="solid"/>
            <a:round/>
            <a:headEnd len="med" w="med" type="none"/>
            <a:tailEnd len="med" w="med" type="none"/>
          </a:ln>
        </p:spPr>
      </p:cxnSp>
      <p:cxnSp>
        <p:nvCxnSpPr>
          <p:cNvPr id="906" name="Google Shape;906;p27"/>
          <p:cNvCxnSpPr/>
          <p:nvPr/>
        </p:nvCxnSpPr>
        <p:spPr>
          <a:xfrm>
            <a:off x="3834750" y="2701300"/>
            <a:ext cx="5033100" cy="108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28"/>
          <p:cNvSpPr txBox="1"/>
          <p:nvPr>
            <p:ph type="title"/>
          </p:nvPr>
        </p:nvSpPr>
        <p:spPr>
          <a:xfrm>
            <a:off x="720000" y="6154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Overview</a:t>
            </a:r>
            <a:endParaRPr/>
          </a:p>
        </p:txBody>
      </p:sp>
      <p:sp>
        <p:nvSpPr>
          <p:cNvPr id="912" name="Google Shape;912;p28"/>
          <p:cNvSpPr txBox="1"/>
          <p:nvPr>
            <p:ph idx="3" type="subTitle"/>
          </p:nvPr>
        </p:nvSpPr>
        <p:spPr>
          <a:xfrm>
            <a:off x="2037500" y="1882788"/>
            <a:ext cx="935100" cy="48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Aim:</a:t>
            </a:r>
            <a:endParaRPr/>
          </a:p>
        </p:txBody>
      </p:sp>
      <p:pic>
        <p:nvPicPr>
          <p:cNvPr id="913" name="Google Shape;913;p28"/>
          <p:cNvPicPr preferRelativeResize="0"/>
          <p:nvPr/>
        </p:nvPicPr>
        <p:blipFill>
          <a:blip r:embed="rId3">
            <a:alphaModFix/>
          </a:blip>
          <a:stretch>
            <a:fillRect/>
          </a:stretch>
        </p:blipFill>
        <p:spPr>
          <a:xfrm>
            <a:off x="720000" y="1999750"/>
            <a:ext cx="1144010" cy="1143974"/>
          </a:xfrm>
          <a:prstGeom prst="rect">
            <a:avLst/>
          </a:prstGeom>
          <a:noFill/>
          <a:ln>
            <a:noFill/>
          </a:ln>
        </p:spPr>
      </p:pic>
      <p:sp>
        <p:nvSpPr>
          <p:cNvPr id="914" name="Google Shape;914;p28"/>
          <p:cNvSpPr txBox="1"/>
          <p:nvPr/>
        </p:nvSpPr>
        <p:spPr>
          <a:xfrm>
            <a:off x="2089675" y="2364888"/>
            <a:ext cx="60093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rPr lang="en">
                <a:solidFill>
                  <a:schemeClr val="dk1"/>
                </a:solidFill>
                <a:latin typeface="Barlow"/>
                <a:ea typeface="Barlow"/>
                <a:cs typeface="Barlow"/>
                <a:sym typeface="Barlow"/>
              </a:rPr>
              <a:t>To build an AI chatbot tailored to the NYP Data Classification Systems with the goal of helping staff quickly and accurately answer CNC-related questions, reducing reliance on manual searches through documentation</a:t>
            </a:r>
            <a:endParaRPr sz="2000">
              <a:solidFill>
                <a:schemeClr val="dk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18" name="Shape 918"/>
        <p:cNvGrpSpPr/>
        <p:nvPr/>
      </p:nvGrpSpPr>
      <p:grpSpPr>
        <a:xfrm>
          <a:off x="0" y="0"/>
          <a:ext cx="0" cy="0"/>
          <a:chOff x="0" y="0"/>
          <a:chExt cx="0" cy="0"/>
        </a:xfrm>
      </p:grpSpPr>
      <p:sp>
        <p:nvSpPr>
          <p:cNvPr id="919" name="Google Shape;919;p29"/>
          <p:cNvSpPr txBox="1"/>
          <p:nvPr>
            <p:ph type="title"/>
          </p:nvPr>
        </p:nvSpPr>
        <p:spPr>
          <a:xfrm>
            <a:off x="3811100" y="2679188"/>
            <a:ext cx="5185200" cy="10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BRYAN’S PART</a:t>
            </a:r>
            <a:endParaRPr sz="3700"/>
          </a:p>
        </p:txBody>
      </p:sp>
      <p:sp>
        <p:nvSpPr>
          <p:cNvPr id="920" name="Google Shape;920;p29"/>
          <p:cNvSpPr txBox="1"/>
          <p:nvPr>
            <p:ph idx="2" type="title"/>
          </p:nvPr>
        </p:nvSpPr>
        <p:spPr>
          <a:xfrm>
            <a:off x="7195075" y="1806613"/>
            <a:ext cx="1235700" cy="8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02</a:t>
            </a:r>
            <a:endParaRPr/>
          </a:p>
        </p:txBody>
      </p:sp>
      <p:grpSp>
        <p:nvGrpSpPr>
          <p:cNvPr id="921" name="Google Shape;921;p29"/>
          <p:cNvGrpSpPr/>
          <p:nvPr/>
        </p:nvGrpSpPr>
        <p:grpSpPr>
          <a:xfrm>
            <a:off x="704550" y="1577225"/>
            <a:ext cx="2253212" cy="2726351"/>
            <a:chOff x="704550" y="1577225"/>
            <a:chExt cx="2253212" cy="2726351"/>
          </a:xfrm>
        </p:grpSpPr>
        <p:grpSp>
          <p:nvGrpSpPr>
            <p:cNvPr id="922" name="Google Shape;922;p29"/>
            <p:cNvGrpSpPr/>
            <p:nvPr/>
          </p:nvGrpSpPr>
          <p:grpSpPr>
            <a:xfrm>
              <a:off x="713213" y="1577225"/>
              <a:ext cx="1544638" cy="528638"/>
              <a:chOff x="713213" y="1004650"/>
              <a:chExt cx="1544638" cy="528638"/>
            </a:xfrm>
          </p:grpSpPr>
          <p:sp>
            <p:nvSpPr>
              <p:cNvPr id="923" name="Google Shape;923;p29"/>
              <p:cNvSpPr/>
              <p:nvPr/>
            </p:nvSpPr>
            <p:spPr>
              <a:xfrm flipH="1">
                <a:off x="713213" y="1004650"/>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24" name="Google Shape;924;p29"/>
              <p:cNvGrpSpPr/>
              <p:nvPr/>
            </p:nvGrpSpPr>
            <p:grpSpPr>
              <a:xfrm>
                <a:off x="842638" y="1142757"/>
                <a:ext cx="1285800" cy="204775"/>
                <a:chOff x="5848350" y="2788450"/>
                <a:chExt cx="1285800" cy="204775"/>
              </a:xfrm>
            </p:grpSpPr>
            <p:cxnSp>
              <p:nvCxnSpPr>
                <p:cNvPr id="925" name="Google Shape;925;p29"/>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926" name="Google Shape;926;p29"/>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927" name="Google Shape;927;p29"/>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928" name="Google Shape;928;p29"/>
            <p:cNvGrpSpPr/>
            <p:nvPr/>
          </p:nvGrpSpPr>
          <p:grpSpPr>
            <a:xfrm>
              <a:off x="704551" y="2432263"/>
              <a:ext cx="879475" cy="1439864"/>
              <a:chOff x="704550" y="2022613"/>
              <a:chExt cx="879475" cy="1439864"/>
            </a:xfrm>
          </p:grpSpPr>
          <p:sp>
            <p:nvSpPr>
              <p:cNvPr id="929" name="Google Shape;929;p29"/>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930" name="Google Shape;930;p29"/>
              <p:cNvGrpSpPr/>
              <p:nvPr/>
            </p:nvGrpSpPr>
            <p:grpSpPr>
              <a:xfrm>
                <a:off x="839488" y="2182413"/>
                <a:ext cx="609600" cy="1117540"/>
                <a:chOff x="7453338" y="715125"/>
                <a:chExt cx="609600" cy="1117540"/>
              </a:xfrm>
            </p:grpSpPr>
            <p:cxnSp>
              <p:nvCxnSpPr>
                <p:cNvPr id="931" name="Google Shape;931;p29"/>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2" name="Google Shape;932;p29"/>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3" name="Google Shape;933;p29"/>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4" name="Google Shape;934;p29"/>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5" name="Google Shape;935;p29"/>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6" name="Google Shape;936;p29"/>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7" name="Google Shape;937;p29"/>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8" name="Google Shape;938;p29"/>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39" name="Google Shape;939;p29"/>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40" name="Google Shape;940;p29"/>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41" name="Google Shape;941;p29"/>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42" name="Google Shape;942;p29"/>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943" name="Google Shape;943;p29"/>
            <p:cNvGrpSpPr/>
            <p:nvPr/>
          </p:nvGrpSpPr>
          <p:grpSpPr>
            <a:xfrm>
              <a:off x="1386950" y="3987826"/>
              <a:ext cx="1544651" cy="315750"/>
              <a:chOff x="1386950" y="3823101"/>
              <a:chExt cx="1544651" cy="315750"/>
            </a:xfrm>
          </p:grpSpPr>
          <p:sp>
            <p:nvSpPr>
              <p:cNvPr id="944" name="Google Shape;944;p29"/>
              <p:cNvSpPr/>
              <p:nvPr/>
            </p:nvSpPr>
            <p:spPr>
              <a:xfrm>
                <a:off x="1386950" y="3823101"/>
                <a:ext cx="1544651" cy="31575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45" name="Google Shape;945;p29"/>
              <p:cNvGrpSpPr/>
              <p:nvPr/>
            </p:nvGrpSpPr>
            <p:grpSpPr>
              <a:xfrm>
                <a:off x="1485502" y="3909138"/>
                <a:ext cx="1369506" cy="102388"/>
                <a:chOff x="5848350" y="2772075"/>
                <a:chExt cx="1285800" cy="102388"/>
              </a:xfrm>
            </p:grpSpPr>
            <p:cxnSp>
              <p:nvCxnSpPr>
                <p:cNvPr id="946" name="Google Shape;946;p29"/>
                <p:cNvCxnSpPr/>
                <p:nvPr/>
              </p:nvCxnSpPr>
              <p:spPr>
                <a:xfrm>
                  <a:off x="5848350" y="2772075"/>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947" name="Google Shape;947;p29"/>
                <p:cNvCxnSpPr/>
                <p:nvPr/>
              </p:nvCxnSpPr>
              <p:spPr>
                <a:xfrm>
                  <a:off x="5848350" y="2874463"/>
                  <a:ext cx="3897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948" name="Google Shape;948;p29"/>
            <p:cNvGrpSpPr/>
            <p:nvPr/>
          </p:nvGrpSpPr>
          <p:grpSpPr>
            <a:xfrm>
              <a:off x="2079875" y="3368426"/>
              <a:ext cx="877888" cy="469900"/>
              <a:chOff x="2079875" y="3121151"/>
              <a:chExt cx="877888" cy="469900"/>
            </a:xfrm>
          </p:grpSpPr>
          <p:sp>
            <p:nvSpPr>
              <p:cNvPr id="949" name="Google Shape;949;p29"/>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dk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50" name="Google Shape;950;p29"/>
              <p:cNvGrpSpPr/>
              <p:nvPr/>
            </p:nvGrpSpPr>
            <p:grpSpPr>
              <a:xfrm>
                <a:off x="2181689" y="3241906"/>
                <a:ext cx="674400" cy="203189"/>
                <a:chOff x="2181677" y="2165344"/>
                <a:chExt cx="674400" cy="203189"/>
              </a:xfrm>
            </p:grpSpPr>
            <p:cxnSp>
              <p:nvCxnSpPr>
                <p:cNvPr id="951" name="Google Shape;951;p29"/>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52" name="Google Shape;952;p29"/>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53" name="Google Shape;953;p29"/>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954" name="Google Shape;954;p29"/>
            <p:cNvGrpSpPr/>
            <p:nvPr/>
          </p:nvGrpSpPr>
          <p:grpSpPr>
            <a:xfrm>
              <a:off x="1736425" y="2257167"/>
              <a:ext cx="1094925" cy="430550"/>
              <a:chOff x="1862850" y="1718717"/>
              <a:chExt cx="1094925" cy="430550"/>
            </a:xfrm>
          </p:grpSpPr>
          <p:sp>
            <p:nvSpPr>
              <p:cNvPr id="955" name="Google Shape;955;p29"/>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956" name="Google Shape;956;p29"/>
              <p:cNvGrpSpPr/>
              <p:nvPr/>
            </p:nvGrpSpPr>
            <p:grpSpPr>
              <a:xfrm>
                <a:off x="1978095" y="1808221"/>
                <a:ext cx="877866" cy="203169"/>
                <a:chOff x="2181677" y="2165344"/>
                <a:chExt cx="674400" cy="203189"/>
              </a:xfrm>
            </p:grpSpPr>
            <p:cxnSp>
              <p:nvCxnSpPr>
                <p:cNvPr id="957" name="Google Shape;957;p29"/>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58" name="Google Shape;958;p29"/>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959" name="Google Shape;959;p29"/>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cxnSp>
        <p:nvCxnSpPr>
          <p:cNvPr id="960" name="Google Shape;960;p29"/>
          <p:cNvCxnSpPr/>
          <p:nvPr/>
        </p:nvCxnSpPr>
        <p:spPr>
          <a:xfrm flipH="1" rot="10800000">
            <a:off x="3884150" y="3741050"/>
            <a:ext cx="5039100" cy="31200"/>
          </a:xfrm>
          <a:prstGeom prst="straightConnector1">
            <a:avLst/>
          </a:prstGeom>
          <a:noFill/>
          <a:ln cap="flat" cmpd="sng" w="9525">
            <a:solidFill>
              <a:schemeClr val="dk1"/>
            </a:solidFill>
            <a:prstDash val="solid"/>
            <a:round/>
            <a:headEnd len="med" w="med" type="none"/>
            <a:tailEnd len="med" w="med" type="none"/>
          </a:ln>
        </p:spPr>
      </p:cxnSp>
      <p:cxnSp>
        <p:nvCxnSpPr>
          <p:cNvPr id="961" name="Google Shape;961;p29"/>
          <p:cNvCxnSpPr/>
          <p:nvPr/>
        </p:nvCxnSpPr>
        <p:spPr>
          <a:xfrm>
            <a:off x="3888875" y="2701300"/>
            <a:ext cx="4849200" cy="3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Recap ( What was implemented Previously )</a:t>
            </a:r>
            <a:endParaRPr sz="2200"/>
          </a:p>
        </p:txBody>
      </p:sp>
      <p:sp>
        <p:nvSpPr>
          <p:cNvPr id="967" name="Google Shape;967;p30"/>
          <p:cNvSpPr txBox="1"/>
          <p:nvPr/>
        </p:nvSpPr>
        <p:spPr>
          <a:xfrm>
            <a:off x="720000" y="1007100"/>
            <a:ext cx="7704000" cy="3129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Implemented a data processing workflow</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A main function that takes in the file path as well as the collection name to </a:t>
            </a:r>
            <a:r>
              <a:rPr lang="en">
                <a:solidFill>
                  <a:schemeClr val="dk1"/>
                </a:solidFill>
                <a:latin typeface="Barlow"/>
                <a:ea typeface="Barlow"/>
                <a:cs typeface="Barlow"/>
                <a:sym typeface="Barlow"/>
              </a:rPr>
              <a:t>separate</a:t>
            </a:r>
            <a:r>
              <a:rPr lang="en">
                <a:solidFill>
                  <a:schemeClr val="dk1"/>
                </a:solidFill>
                <a:latin typeface="Barlow"/>
                <a:ea typeface="Barlow"/>
                <a:cs typeface="Barlow"/>
                <a:sym typeface="Barlow"/>
              </a:rPr>
              <a:t> data classification and chat function</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The file path is passed to langgraph’s integration of unstructured with text loader to extract the text and convert it into langchain document object</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This is then passed to a keyword tagger that uses open ai to extract 5-10 keywords  from the document as a list of </a:t>
            </a:r>
            <a:r>
              <a:rPr lang="en">
                <a:solidFill>
                  <a:schemeClr val="dk1"/>
                </a:solidFill>
                <a:latin typeface="Barlow"/>
                <a:ea typeface="Barlow"/>
                <a:cs typeface="Barlow"/>
                <a:sym typeface="Barlow"/>
              </a:rPr>
              <a:t>strings and assigning it as metadata</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The document is then passed into a semantic chunker to chunk the data into larger but more effective chunks, reducing redundancy while still understandable</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Batching the chunks for efficiency before inserting into the vector store ( chroma db ) </a:t>
            </a:r>
            <a:endParaRPr>
              <a:solidFill>
                <a:schemeClr val="dk1"/>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Building file upload integration ( SIngle File )</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Receiving the file from the front end</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Write it to a temp folder</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Doing data processing on the file folder</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Moving the file to the correct file folder where each folder is labelled by the file type</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Implemented </a:t>
            </a:r>
            <a:endParaRPr/>
          </a:p>
        </p:txBody>
      </p:sp>
      <p:sp>
        <p:nvSpPr>
          <p:cNvPr id="973" name="Google Shape;973;p31"/>
          <p:cNvSpPr txBox="1"/>
          <p:nvPr/>
        </p:nvSpPr>
        <p:spPr>
          <a:xfrm>
            <a:off x="720000" y="1007100"/>
            <a:ext cx="7704000" cy="3129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Barlow"/>
              <a:buAutoNum type="arabicPeriod"/>
            </a:pPr>
            <a:r>
              <a:rPr lang="en" sz="1500">
                <a:solidFill>
                  <a:schemeClr val="dk1"/>
                </a:solidFill>
                <a:latin typeface="Barlow"/>
                <a:ea typeface="Barlow"/>
                <a:cs typeface="Barlow"/>
                <a:sym typeface="Barlow"/>
              </a:rPr>
              <a:t>File Upload</a:t>
            </a:r>
            <a:endParaRPr sz="1500">
              <a:solidFill>
                <a:schemeClr val="dk1"/>
              </a:solidFill>
              <a:latin typeface="Barlow"/>
              <a:ea typeface="Barlow"/>
              <a:cs typeface="Barlow"/>
              <a:sym typeface="Barlow"/>
            </a:endParaRPr>
          </a:p>
          <a:p>
            <a:pPr indent="-323850" lvl="1" marL="914400" rtl="0" algn="l">
              <a:spcBef>
                <a:spcPts val="0"/>
              </a:spcBef>
              <a:spcAft>
                <a:spcPts val="0"/>
              </a:spcAft>
              <a:buClr>
                <a:schemeClr val="dk1"/>
              </a:buClr>
              <a:buSzPts val="1500"/>
              <a:buFont typeface="Barlow"/>
              <a:buAutoNum type="alphaLcPeriod"/>
            </a:pPr>
            <a:r>
              <a:rPr lang="en" sz="1500">
                <a:solidFill>
                  <a:schemeClr val="dk1"/>
                </a:solidFill>
                <a:latin typeface="Barlow"/>
                <a:ea typeface="Barlow"/>
                <a:cs typeface="Barlow"/>
                <a:sym typeface="Barlow"/>
              </a:rPr>
              <a:t>Rewriting the code to accommodate file uploads from multiple users</a:t>
            </a:r>
            <a:endParaRPr sz="1500">
              <a:solidFill>
                <a:schemeClr val="dk1"/>
              </a:solidFill>
              <a:latin typeface="Barlow"/>
              <a:ea typeface="Barlow"/>
              <a:cs typeface="Barlow"/>
              <a:sym typeface="Barlow"/>
            </a:endParaRPr>
          </a:p>
          <a:p>
            <a:pPr indent="-323850" lvl="1" marL="914400" rtl="0" algn="l">
              <a:spcBef>
                <a:spcPts val="0"/>
              </a:spcBef>
              <a:spcAft>
                <a:spcPts val="0"/>
              </a:spcAft>
              <a:buClr>
                <a:schemeClr val="dk1"/>
              </a:buClr>
              <a:buSzPts val="1500"/>
              <a:buFont typeface="Barlow"/>
              <a:buAutoNum type="alphaLcPeriod"/>
            </a:pPr>
            <a:r>
              <a:rPr lang="en" sz="1500">
                <a:solidFill>
                  <a:schemeClr val="dk1"/>
                </a:solidFill>
                <a:latin typeface="Barlow"/>
                <a:ea typeface="Barlow"/>
                <a:cs typeface="Barlow"/>
                <a:sym typeface="Barlow"/>
              </a:rPr>
              <a:t>Multi File</a:t>
            </a:r>
            <a:r>
              <a:rPr lang="en" sz="1500">
                <a:solidFill>
                  <a:schemeClr val="dk1"/>
                </a:solidFill>
                <a:latin typeface="Barlow"/>
                <a:ea typeface="Barlow"/>
                <a:cs typeface="Barlow"/>
                <a:sym typeface="Barlow"/>
              </a:rPr>
              <a:t> </a:t>
            </a:r>
            <a:r>
              <a:rPr lang="en" sz="1500">
                <a:solidFill>
                  <a:schemeClr val="dk1"/>
                </a:solidFill>
                <a:latin typeface="Barlow"/>
                <a:ea typeface="Barlow"/>
                <a:cs typeface="Barlow"/>
                <a:sym typeface="Barlow"/>
              </a:rPr>
              <a:t>upload</a:t>
            </a:r>
            <a:endParaRPr sz="1500">
              <a:solidFill>
                <a:schemeClr val="dk1"/>
              </a:solidFill>
              <a:latin typeface="Barlow"/>
              <a:ea typeface="Barlow"/>
              <a:cs typeface="Barlow"/>
              <a:sym typeface="Barlow"/>
            </a:endParaRPr>
          </a:p>
          <a:p>
            <a:pPr indent="-323850" lvl="0" marL="457200" rtl="0" algn="l">
              <a:spcBef>
                <a:spcPts val="0"/>
              </a:spcBef>
              <a:spcAft>
                <a:spcPts val="0"/>
              </a:spcAft>
              <a:buClr>
                <a:schemeClr val="dk1"/>
              </a:buClr>
              <a:buSzPts val="1500"/>
              <a:buFont typeface="Barlow"/>
              <a:buAutoNum type="arabicPeriod"/>
            </a:pPr>
            <a:r>
              <a:rPr lang="en" sz="1500">
                <a:solidFill>
                  <a:schemeClr val="dk1"/>
                </a:solidFill>
                <a:latin typeface="Barlow"/>
                <a:ea typeface="Barlow"/>
                <a:cs typeface="Barlow"/>
                <a:sym typeface="Barlow"/>
              </a:rPr>
              <a:t>Data Classification</a:t>
            </a:r>
            <a:endParaRPr sz="1500">
              <a:solidFill>
                <a:schemeClr val="dk1"/>
              </a:solidFill>
              <a:latin typeface="Barlow"/>
              <a:ea typeface="Barlow"/>
              <a:cs typeface="Barlow"/>
              <a:sym typeface="Barlow"/>
            </a:endParaRPr>
          </a:p>
          <a:p>
            <a:pPr indent="-323850" lvl="1" marL="914400" rtl="0" algn="l">
              <a:spcBef>
                <a:spcPts val="0"/>
              </a:spcBef>
              <a:spcAft>
                <a:spcPts val="0"/>
              </a:spcAft>
              <a:buClr>
                <a:schemeClr val="dk1"/>
              </a:buClr>
              <a:buSzPts val="1500"/>
              <a:buFont typeface="Barlow"/>
              <a:buAutoNum type="alphaLcPeriod"/>
            </a:pPr>
            <a:r>
              <a:rPr lang="en" sz="1500">
                <a:solidFill>
                  <a:schemeClr val="dk1"/>
                </a:solidFill>
                <a:latin typeface="Barlow"/>
                <a:ea typeface="Barlow"/>
                <a:cs typeface="Barlow"/>
                <a:sym typeface="Barlow"/>
              </a:rPr>
              <a:t>Implementing and Improving the data classification </a:t>
            </a:r>
            <a:endParaRPr sz="1500">
              <a:solidFill>
                <a:schemeClr val="dk1"/>
              </a:solidFill>
              <a:latin typeface="Barlow"/>
              <a:ea typeface="Barlow"/>
              <a:cs typeface="Barlow"/>
              <a:sym typeface="Barlow"/>
            </a:endParaRPr>
          </a:p>
          <a:p>
            <a:pPr indent="-323850" lvl="0" marL="457200" rtl="0" algn="l">
              <a:spcBef>
                <a:spcPts val="0"/>
              </a:spcBef>
              <a:spcAft>
                <a:spcPts val="0"/>
              </a:spcAft>
              <a:buClr>
                <a:schemeClr val="dk1"/>
              </a:buClr>
              <a:buSzPts val="1500"/>
              <a:buFont typeface="Barlow"/>
              <a:buAutoNum type="arabicPeriod"/>
            </a:pPr>
            <a:r>
              <a:rPr lang="en" sz="1500">
                <a:solidFill>
                  <a:schemeClr val="dk1"/>
                </a:solidFill>
                <a:latin typeface="Barlow"/>
                <a:ea typeface="Barlow"/>
                <a:cs typeface="Barlow"/>
                <a:sym typeface="Barlow"/>
              </a:rPr>
              <a:t>Chat Model</a:t>
            </a:r>
            <a:endParaRPr sz="1500">
              <a:solidFill>
                <a:schemeClr val="dk1"/>
              </a:solidFill>
              <a:latin typeface="Barlow"/>
              <a:ea typeface="Barlow"/>
              <a:cs typeface="Barlow"/>
              <a:sym typeface="Barlow"/>
            </a:endParaRPr>
          </a:p>
          <a:p>
            <a:pPr indent="-323850" lvl="1" marL="914400" rtl="0" algn="l">
              <a:spcBef>
                <a:spcPts val="0"/>
              </a:spcBef>
              <a:spcAft>
                <a:spcPts val="0"/>
              </a:spcAft>
              <a:buClr>
                <a:schemeClr val="dk1"/>
              </a:buClr>
              <a:buSzPts val="1500"/>
              <a:buFont typeface="Barlow"/>
              <a:buAutoNum type="alphaLcPeriod"/>
            </a:pPr>
            <a:r>
              <a:rPr lang="en" sz="1500">
                <a:solidFill>
                  <a:schemeClr val="dk1"/>
                </a:solidFill>
                <a:latin typeface="Barlow"/>
                <a:ea typeface="Barlow"/>
                <a:cs typeface="Barlow"/>
                <a:sym typeface="Barlow"/>
              </a:rPr>
              <a:t>Incorporating the metadata tagger within the retrieval</a:t>
            </a:r>
            <a:endParaRPr sz="1500">
              <a:solidFill>
                <a:schemeClr val="dk1"/>
              </a:solidFill>
              <a:latin typeface="Barlow"/>
              <a:ea typeface="Barlow"/>
              <a:cs typeface="Barlow"/>
              <a:sym typeface="Barlow"/>
            </a:endParaRPr>
          </a:p>
          <a:p>
            <a:pPr indent="-323850" lvl="1" marL="914400" rtl="0" algn="l">
              <a:spcBef>
                <a:spcPts val="0"/>
              </a:spcBef>
              <a:spcAft>
                <a:spcPts val="0"/>
              </a:spcAft>
              <a:buClr>
                <a:schemeClr val="dk1"/>
              </a:buClr>
              <a:buSzPts val="1500"/>
              <a:buFont typeface="Barlow"/>
              <a:buAutoNum type="alphaLcPeriod"/>
            </a:pPr>
            <a:r>
              <a:rPr lang="en" sz="1500">
                <a:solidFill>
                  <a:schemeClr val="dk1"/>
                </a:solidFill>
                <a:latin typeface="Barlow"/>
                <a:ea typeface="Barlow"/>
                <a:cs typeface="Barlow"/>
                <a:sym typeface="Barlow"/>
              </a:rPr>
              <a:t>Implementing persistent memory </a:t>
            </a:r>
            <a:endParaRPr sz="1500">
              <a:solidFill>
                <a:schemeClr val="dk1"/>
              </a:solidFill>
              <a:latin typeface="Barlow"/>
              <a:ea typeface="Barlow"/>
              <a:cs typeface="Barlow"/>
              <a:sym typeface="Barlow"/>
            </a:endParaRPr>
          </a:p>
          <a:p>
            <a:pPr indent="-323850" lvl="1" marL="914400" rtl="0" algn="l">
              <a:spcBef>
                <a:spcPts val="0"/>
              </a:spcBef>
              <a:spcAft>
                <a:spcPts val="0"/>
              </a:spcAft>
              <a:buClr>
                <a:schemeClr val="dk1"/>
              </a:buClr>
              <a:buSzPts val="1500"/>
              <a:buFont typeface="Barlow"/>
              <a:buAutoNum type="alphaLcPeriod"/>
            </a:pPr>
            <a:r>
              <a:rPr lang="en" sz="1500">
                <a:solidFill>
                  <a:schemeClr val="dk1"/>
                </a:solidFill>
                <a:latin typeface="Barlow"/>
                <a:ea typeface="Barlow"/>
                <a:cs typeface="Barlow"/>
                <a:sym typeface="Barlow"/>
              </a:rPr>
              <a:t>Implementing a filing system for user data and data used by internal processes</a:t>
            </a:r>
            <a:endParaRPr sz="1500">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77" name="Shape 977"/>
        <p:cNvGrpSpPr/>
        <p:nvPr/>
      </p:nvGrpSpPr>
      <p:grpSpPr>
        <a:xfrm>
          <a:off x="0" y="0"/>
          <a:ext cx="0" cy="0"/>
          <a:chOff x="0" y="0"/>
          <a:chExt cx="0" cy="0"/>
        </a:xfrm>
      </p:grpSpPr>
      <p:sp>
        <p:nvSpPr>
          <p:cNvPr id="978" name="Google Shape;978;p32"/>
          <p:cNvSpPr txBox="1"/>
          <p:nvPr>
            <p:ph type="title"/>
          </p:nvPr>
        </p:nvSpPr>
        <p:spPr>
          <a:xfrm>
            <a:off x="3811100" y="2679188"/>
            <a:ext cx="5185200" cy="10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File Upload</a:t>
            </a:r>
            <a:endParaRPr sz="3700"/>
          </a:p>
        </p:txBody>
      </p:sp>
      <p:sp>
        <p:nvSpPr>
          <p:cNvPr id="979" name="Google Shape;979;p32"/>
          <p:cNvSpPr txBox="1"/>
          <p:nvPr>
            <p:ph idx="2" type="title"/>
          </p:nvPr>
        </p:nvSpPr>
        <p:spPr>
          <a:xfrm>
            <a:off x="6436900" y="1806625"/>
            <a:ext cx="1993800" cy="8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02.a</a:t>
            </a:r>
            <a:endParaRPr/>
          </a:p>
        </p:txBody>
      </p:sp>
      <p:grpSp>
        <p:nvGrpSpPr>
          <p:cNvPr id="980" name="Google Shape;980;p32"/>
          <p:cNvGrpSpPr/>
          <p:nvPr/>
        </p:nvGrpSpPr>
        <p:grpSpPr>
          <a:xfrm>
            <a:off x="704550" y="1577225"/>
            <a:ext cx="2253212" cy="2726351"/>
            <a:chOff x="704550" y="1577225"/>
            <a:chExt cx="2253212" cy="2726351"/>
          </a:xfrm>
        </p:grpSpPr>
        <p:grpSp>
          <p:nvGrpSpPr>
            <p:cNvPr id="981" name="Google Shape;981;p32"/>
            <p:cNvGrpSpPr/>
            <p:nvPr/>
          </p:nvGrpSpPr>
          <p:grpSpPr>
            <a:xfrm>
              <a:off x="713213" y="1577225"/>
              <a:ext cx="1544638" cy="528638"/>
              <a:chOff x="713213" y="1004650"/>
              <a:chExt cx="1544638" cy="528638"/>
            </a:xfrm>
          </p:grpSpPr>
          <p:sp>
            <p:nvSpPr>
              <p:cNvPr id="982" name="Google Shape;982;p32"/>
              <p:cNvSpPr/>
              <p:nvPr/>
            </p:nvSpPr>
            <p:spPr>
              <a:xfrm flipH="1">
                <a:off x="713213" y="1004650"/>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83" name="Google Shape;983;p32"/>
              <p:cNvGrpSpPr/>
              <p:nvPr/>
            </p:nvGrpSpPr>
            <p:grpSpPr>
              <a:xfrm>
                <a:off x="842638" y="1142757"/>
                <a:ext cx="1285800" cy="204775"/>
                <a:chOff x="5848350" y="2788450"/>
                <a:chExt cx="1285800" cy="204775"/>
              </a:xfrm>
            </p:grpSpPr>
            <p:cxnSp>
              <p:nvCxnSpPr>
                <p:cNvPr id="984" name="Google Shape;984;p32"/>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985" name="Google Shape;985;p32"/>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986" name="Google Shape;986;p32"/>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987" name="Google Shape;987;p32"/>
            <p:cNvGrpSpPr/>
            <p:nvPr/>
          </p:nvGrpSpPr>
          <p:grpSpPr>
            <a:xfrm>
              <a:off x="704551" y="2432263"/>
              <a:ext cx="879475" cy="1439864"/>
              <a:chOff x="704550" y="2022613"/>
              <a:chExt cx="879475" cy="1439864"/>
            </a:xfrm>
          </p:grpSpPr>
          <p:sp>
            <p:nvSpPr>
              <p:cNvPr id="988" name="Google Shape;988;p32"/>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989" name="Google Shape;989;p32"/>
              <p:cNvGrpSpPr/>
              <p:nvPr/>
            </p:nvGrpSpPr>
            <p:grpSpPr>
              <a:xfrm>
                <a:off x="839488" y="2182413"/>
                <a:ext cx="609600" cy="1117540"/>
                <a:chOff x="7453338" y="715125"/>
                <a:chExt cx="609600" cy="1117540"/>
              </a:xfrm>
            </p:grpSpPr>
            <p:cxnSp>
              <p:nvCxnSpPr>
                <p:cNvPr id="990" name="Google Shape;990;p32"/>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1" name="Google Shape;991;p32"/>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2" name="Google Shape;992;p32"/>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3" name="Google Shape;993;p32"/>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4" name="Google Shape;994;p32"/>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5" name="Google Shape;995;p32"/>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6" name="Google Shape;996;p32"/>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7" name="Google Shape;997;p32"/>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8" name="Google Shape;998;p32"/>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999" name="Google Shape;999;p32"/>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00" name="Google Shape;1000;p32"/>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01" name="Google Shape;1001;p32"/>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02" name="Google Shape;1002;p32"/>
            <p:cNvGrpSpPr/>
            <p:nvPr/>
          </p:nvGrpSpPr>
          <p:grpSpPr>
            <a:xfrm>
              <a:off x="1386950" y="3987826"/>
              <a:ext cx="1544651" cy="315750"/>
              <a:chOff x="1386950" y="3823101"/>
              <a:chExt cx="1544651" cy="315750"/>
            </a:xfrm>
          </p:grpSpPr>
          <p:sp>
            <p:nvSpPr>
              <p:cNvPr id="1003" name="Google Shape;1003;p32"/>
              <p:cNvSpPr/>
              <p:nvPr/>
            </p:nvSpPr>
            <p:spPr>
              <a:xfrm>
                <a:off x="1386950" y="3823101"/>
                <a:ext cx="1544651" cy="31575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04" name="Google Shape;1004;p32"/>
              <p:cNvGrpSpPr/>
              <p:nvPr/>
            </p:nvGrpSpPr>
            <p:grpSpPr>
              <a:xfrm>
                <a:off x="1485502" y="3909138"/>
                <a:ext cx="1369506" cy="102388"/>
                <a:chOff x="5848350" y="2772075"/>
                <a:chExt cx="1285800" cy="102388"/>
              </a:xfrm>
            </p:grpSpPr>
            <p:cxnSp>
              <p:nvCxnSpPr>
                <p:cNvPr id="1005" name="Google Shape;1005;p32"/>
                <p:cNvCxnSpPr/>
                <p:nvPr/>
              </p:nvCxnSpPr>
              <p:spPr>
                <a:xfrm>
                  <a:off x="5848350" y="2772075"/>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006" name="Google Shape;1006;p32"/>
                <p:cNvCxnSpPr/>
                <p:nvPr/>
              </p:nvCxnSpPr>
              <p:spPr>
                <a:xfrm>
                  <a:off x="5848350" y="2874463"/>
                  <a:ext cx="3897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1007" name="Google Shape;1007;p32"/>
            <p:cNvGrpSpPr/>
            <p:nvPr/>
          </p:nvGrpSpPr>
          <p:grpSpPr>
            <a:xfrm>
              <a:off x="2079875" y="3368426"/>
              <a:ext cx="877888" cy="469900"/>
              <a:chOff x="2079875" y="3121151"/>
              <a:chExt cx="877888" cy="469900"/>
            </a:xfrm>
          </p:grpSpPr>
          <p:sp>
            <p:nvSpPr>
              <p:cNvPr id="1008" name="Google Shape;1008;p32"/>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dk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09" name="Google Shape;1009;p32"/>
              <p:cNvGrpSpPr/>
              <p:nvPr/>
            </p:nvGrpSpPr>
            <p:grpSpPr>
              <a:xfrm>
                <a:off x="2181689" y="3241906"/>
                <a:ext cx="674400" cy="203189"/>
                <a:chOff x="2181677" y="2165344"/>
                <a:chExt cx="674400" cy="203189"/>
              </a:xfrm>
            </p:grpSpPr>
            <p:cxnSp>
              <p:nvCxnSpPr>
                <p:cNvPr id="1010" name="Google Shape;1010;p32"/>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11" name="Google Shape;1011;p32"/>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12" name="Google Shape;1012;p32"/>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13" name="Google Shape;1013;p32"/>
            <p:cNvGrpSpPr/>
            <p:nvPr/>
          </p:nvGrpSpPr>
          <p:grpSpPr>
            <a:xfrm>
              <a:off x="1736425" y="2257167"/>
              <a:ext cx="1094925" cy="430550"/>
              <a:chOff x="1862850" y="1718717"/>
              <a:chExt cx="1094925" cy="430550"/>
            </a:xfrm>
          </p:grpSpPr>
          <p:sp>
            <p:nvSpPr>
              <p:cNvPr id="1014" name="Google Shape;1014;p32"/>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015" name="Google Shape;1015;p32"/>
              <p:cNvGrpSpPr/>
              <p:nvPr/>
            </p:nvGrpSpPr>
            <p:grpSpPr>
              <a:xfrm>
                <a:off x="1978095" y="1808221"/>
                <a:ext cx="877866" cy="203169"/>
                <a:chOff x="2181677" y="2165344"/>
                <a:chExt cx="674400" cy="203189"/>
              </a:xfrm>
            </p:grpSpPr>
            <p:cxnSp>
              <p:nvCxnSpPr>
                <p:cNvPr id="1016" name="Google Shape;1016;p32"/>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17" name="Google Shape;1017;p32"/>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18" name="Google Shape;1018;p32"/>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cxnSp>
        <p:nvCxnSpPr>
          <p:cNvPr id="1019" name="Google Shape;1019;p32"/>
          <p:cNvCxnSpPr/>
          <p:nvPr/>
        </p:nvCxnSpPr>
        <p:spPr>
          <a:xfrm flipH="1" rot="10800000">
            <a:off x="3884150" y="3741050"/>
            <a:ext cx="5039100" cy="31200"/>
          </a:xfrm>
          <a:prstGeom prst="straightConnector1">
            <a:avLst/>
          </a:prstGeom>
          <a:noFill/>
          <a:ln cap="flat" cmpd="sng" w="9525">
            <a:solidFill>
              <a:schemeClr val="dk1"/>
            </a:solidFill>
            <a:prstDash val="solid"/>
            <a:round/>
            <a:headEnd len="med" w="med" type="none"/>
            <a:tailEnd len="med" w="med" type="none"/>
          </a:ln>
        </p:spPr>
      </p:cxnSp>
      <p:cxnSp>
        <p:nvCxnSpPr>
          <p:cNvPr id="1020" name="Google Shape;1020;p32"/>
          <p:cNvCxnSpPr/>
          <p:nvPr/>
        </p:nvCxnSpPr>
        <p:spPr>
          <a:xfrm>
            <a:off x="3888875" y="2701300"/>
            <a:ext cx="4849200" cy="3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File uploads part 1: A </a:t>
            </a:r>
            <a:r>
              <a:rPr lang="en" sz="2000"/>
              <a:t>system for multiple users</a:t>
            </a:r>
            <a:endParaRPr sz="2000"/>
          </a:p>
        </p:txBody>
      </p:sp>
      <p:sp>
        <p:nvSpPr>
          <p:cNvPr id="1026" name="Google Shape;1026;p33"/>
          <p:cNvSpPr txBox="1"/>
          <p:nvPr/>
        </p:nvSpPr>
        <p:spPr>
          <a:xfrm>
            <a:off x="720000" y="1007100"/>
            <a:ext cx="7704000" cy="2472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Potential Issue</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FIle being labelled wrongly with the wrong file extension</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The need to track the uploaded files in a system built for multiple users for security</a:t>
            </a:r>
            <a:endParaRPr>
              <a:solidFill>
                <a:schemeClr val="dk1"/>
              </a:solidFill>
              <a:latin typeface="Barlow"/>
              <a:ea typeface="Barlow"/>
              <a:cs typeface="Barlow"/>
              <a:sym typeface="Barlow"/>
            </a:endParaRPr>
          </a:p>
          <a:p>
            <a:pPr indent="-317500" lvl="2" marL="1371600" rtl="0" algn="l">
              <a:spcBef>
                <a:spcPts val="0"/>
              </a:spcBef>
              <a:spcAft>
                <a:spcPts val="0"/>
              </a:spcAft>
              <a:buClr>
                <a:schemeClr val="dk1"/>
              </a:buClr>
              <a:buSzPts val="1400"/>
              <a:buFont typeface="Barlow"/>
              <a:buAutoNum type="romanLcPeriod"/>
            </a:pPr>
            <a:r>
              <a:rPr lang="en">
                <a:solidFill>
                  <a:schemeClr val="dk1"/>
                </a:solidFill>
                <a:latin typeface="Barlow"/>
                <a:ea typeface="Barlow"/>
                <a:cs typeface="Barlow"/>
                <a:sym typeface="Barlow"/>
              </a:rPr>
              <a:t>Each users should only see the files they uploaded as well as the base knowledge</a:t>
            </a:r>
            <a:endParaRPr>
              <a:solidFill>
                <a:schemeClr val="dk1"/>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Solution </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The magic module detects file types based on the encoding instead of simply the file extension and then the correct file extension can be attached to the file being stored so it can be accessed and processed properly</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By putting the key information on the file name itself such as user, time it was created as well as a random letters to ensure the file name is unique, we can filter it later on if we so choose to</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pic>
        <p:nvPicPr>
          <p:cNvPr id="1027" name="Google Shape;1027;p33"/>
          <p:cNvPicPr preferRelativeResize="0"/>
          <p:nvPr/>
        </p:nvPicPr>
        <p:blipFill>
          <a:blip r:embed="rId3">
            <a:alphaModFix/>
          </a:blip>
          <a:stretch>
            <a:fillRect/>
          </a:stretch>
        </p:blipFill>
        <p:spPr>
          <a:xfrm>
            <a:off x="552450" y="3479988"/>
            <a:ext cx="8039100" cy="1438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File uploads part 1: A system for multiple users</a:t>
            </a:r>
            <a:endParaRPr/>
          </a:p>
        </p:txBody>
      </p:sp>
      <p:sp>
        <p:nvSpPr>
          <p:cNvPr id="1033" name="Google Shape;1033;p34"/>
          <p:cNvSpPr txBox="1"/>
          <p:nvPr/>
        </p:nvSpPr>
        <p:spPr>
          <a:xfrm>
            <a:off x="720000" y="1007100"/>
            <a:ext cx="7704000" cy="4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Barlow"/>
                <a:ea typeface="Barlow"/>
                <a:cs typeface="Barlow"/>
                <a:sym typeface="Barlow"/>
              </a:rPr>
              <a:t>Function to detect and return the actual file type</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pic>
        <p:nvPicPr>
          <p:cNvPr id="1034" name="Google Shape;1034;p34"/>
          <p:cNvPicPr preferRelativeResize="0"/>
          <p:nvPr/>
        </p:nvPicPr>
        <p:blipFill>
          <a:blip r:embed="rId3">
            <a:alphaModFix/>
          </a:blip>
          <a:stretch>
            <a:fillRect/>
          </a:stretch>
        </p:blipFill>
        <p:spPr>
          <a:xfrm>
            <a:off x="1034775" y="1424700"/>
            <a:ext cx="7180684" cy="3413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File uploads part 2: Multi File uploads</a:t>
            </a:r>
            <a:endParaRPr sz="2000"/>
          </a:p>
        </p:txBody>
      </p:sp>
      <p:sp>
        <p:nvSpPr>
          <p:cNvPr id="1040" name="Google Shape;1040;p35"/>
          <p:cNvSpPr txBox="1"/>
          <p:nvPr/>
        </p:nvSpPr>
        <p:spPr>
          <a:xfrm>
            <a:off x="720000" y="1007100"/>
            <a:ext cx="7704000" cy="3839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Potential issues</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It is an essential feature as well as a potential pain point when someone wishes to upload multiple files. </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Edge case of race conditions due to changes on how files are being handled as it is being processed to accommodate previous part</a:t>
            </a:r>
            <a:endParaRPr>
              <a:solidFill>
                <a:schemeClr val="dk1"/>
              </a:solidFill>
              <a:latin typeface="Barlow"/>
              <a:ea typeface="Barlow"/>
              <a:cs typeface="Barlow"/>
              <a:sym typeface="Barlow"/>
            </a:endParaRPr>
          </a:p>
          <a:p>
            <a:pPr indent="-317500" lvl="2" marL="1371600" rtl="0" algn="l">
              <a:spcBef>
                <a:spcPts val="0"/>
              </a:spcBef>
              <a:spcAft>
                <a:spcPts val="0"/>
              </a:spcAft>
              <a:buClr>
                <a:schemeClr val="dk1"/>
              </a:buClr>
              <a:buSzPts val="1400"/>
              <a:buFont typeface="Barlow"/>
              <a:buAutoNum type="romanLcPeriod"/>
            </a:pPr>
            <a:r>
              <a:rPr lang="en">
                <a:solidFill>
                  <a:schemeClr val="dk1"/>
                </a:solidFill>
                <a:latin typeface="Barlow"/>
                <a:ea typeface="Barlow"/>
                <a:cs typeface="Barlow"/>
                <a:sym typeface="Barlow"/>
              </a:rPr>
              <a:t>In the current code logic, uploaded files are copied from the temp folder to the appropriate folders instead of moved which leaves behind the original file in the temp folder. The original file is unwanted so the temp folder after the data processing. Therefore, there is a clash when multiple files are writing to and deleting the temp folder causing a race condition</a:t>
            </a:r>
            <a:endParaRPr>
              <a:solidFill>
                <a:schemeClr val="dk1"/>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Solutions</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The front end file uploader has the option to take in multiple files and it returns a list of the file objects that can be iterated through to send each file object back to be processed</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Instead of one temp folder, a discreet unique temp folder be made for each file uploaded with a unique folder name so that they don’t have race conditions</a:t>
            </a:r>
            <a:endParaRPr>
              <a:solidFill>
                <a:schemeClr val="dk1"/>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Front-end feedback to the user</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Keeping a counter to track which files succeeded and which failed and display it</a:t>
            </a:r>
            <a:endParaRPr>
              <a:solidFill>
                <a:schemeClr val="dk1"/>
              </a:solidFill>
              <a:latin typeface="Barlow"/>
              <a:ea typeface="Barlow"/>
              <a:cs typeface="Barlow"/>
              <a:sym typeface="Barlo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44" name="Shape 1044"/>
        <p:cNvGrpSpPr/>
        <p:nvPr/>
      </p:nvGrpSpPr>
      <p:grpSpPr>
        <a:xfrm>
          <a:off x="0" y="0"/>
          <a:ext cx="0" cy="0"/>
          <a:chOff x="0" y="0"/>
          <a:chExt cx="0" cy="0"/>
        </a:xfrm>
      </p:grpSpPr>
      <p:sp>
        <p:nvSpPr>
          <p:cNvPr id="1045" name="Google Shape;1045;p36"/>
          <p:cNvSpPr txBox="1"/>
          <p:nvPr>
            <p:ph type="title"/>
          </p:nvPr>
        </p:nvSpPr>
        <p:spPr>
          <a:xfrm>
            <a:off x="3811100" y="2679188"/>
            <a:ext cx="5185200" cy="10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400"/>
              <a:t>Data Classification</a:t>
            </a:r>
            <a:endParaRPr sz="3400"/>
          </a:p>
        </p:txBody>
      </p:sp>
      <p:sp>
        <p:nvSpPr>
          <p:cNvPr id="1046" name="Google Shape;1046;p36"/>
          <p:cNvSpPr txBox="1"/>
          <p:nvPr>
            <p:ph idx="2" type="title"/>
          </p:nvPr>
        </p:nvSpPr>
        <p:spPr>
          <a:xfrm>
            <a:off x="6415375" y="1806625"/>
            <a:ext cx="2015400" cy="8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02.b</a:t>
            </a:r>
            <a:endParaRPr/>
          </a:p>
        </p:txBody>
      </p:sp>
      <p:grpSp>
        <p:nvGrpSpPr>
          <p:cNvPr id="1047" name="Google Shape;1047;p36"/>
          <p:cNvGrpSpPr/>
          <p:nvPr/>
        </p:nvGrpSpPr>
        <p:grpSpPr>
          <a:xfrm>
            <a:off x="704550" y="1577225"/>
            <a:ext cx="2253212" cy="2726351"/>
            <a:chOff x="704550" y="1577225"/>
            <a:chExt cx="2253212" cy="2726351"/>
          </a:xfrm>
        </p:grpSpPr>
        <p:grpSp>
          <p:nvGrpSpPr>
            <p:cNvPr id="1048" name="Google Shape;1048;p36"/>
            <p:cNvGrpSpPr/>
            <p:nvPr/>
          </p:nvGrpSpPr>
          <p:grpSpPr>
            <a:xfrm>
              <a:off x="713213" y="1577225"/>
              <a:ext cx="1544638" cy="528638"/>
              <a:chOff x="713213" y="1004650"/>
              <a:chExt cx="1544638" cy="528638"/>
            </a:xfrm>
          </p:grpSpPr>
          <p:sp>
            <p:nvSpPr>
              <p:cNvPr id="1049" name="Google Shape;1049;p36"/>
              <p:cNvSpPr/>
              <p:nvPr/>
            </p:nvSpPr>
            <p:spPr>
              <a:xfrm flipH="1">
                <a:off x="713213" y="1004650"/>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50" name="Google Shape;1050;p36"/>
              <p:cNvGrpSpPr/>
              <p:nvPr/>
            </p:nvGrpSpPr>
            <p:grpSpPr>
              <a:xfrm>
                <a:off x="842638" y="1142757"/>
                <a:ext cx="1285800" cy="204775"/>
                <a:chOff x="5848350" y="2788450"/>
                <a:chExt cx="1285800" cy="204775"/>
              </a:xfrm>
            </p:grpSpPr>
            <p:cxnSp>
              <p:nvCxnSpPr>
                <p:cNvPr id="1051" name="Google Shape;1051;p36"/>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052" name="Google Shape;1052;p36"/>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053" name="Google Shape;1053;p36"/>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54" name="Google Shape;1054;p36"/>
            <p:cNvGrpSpPr/>
            <p:nvPr/>
          </p:nvGrpSpPr>
          <p:grpSpPr>
            <a:xfrm>
              <a:off x="704551" y="2432263"/>
              <a:ext cx="879475" cy="1439864"/>
              <a:chOff x="704550" y="2022613"/>
              <a:chExt cx="879475" cy="1439864"/>
            </a:xfrm>
          </p:grpSpPr>
          <p:sp>
            <p:nvSpPr>
              <p:cNvPr id="1055" name="Google Shape;1055;p36"/>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056" name="Google Shape;1056;p36"/>
              <p:cNvGrpSpPr/>
              <p:nvPr/>
            </p:nvGrpSpPr>
            <p:grpSpPr>
              <a:xfrm>
                <a:off x="839488" y="2182413"/>
                <a:ext cx="609600" cy="1117540"/>
                <a:chOff x="7453338" y="715125"/>
                <a:chExt cx="609600" cy="1117540"/>
              </a:xfrm>
            </p:grpSpPr>
            <p:cxnSp>
              <p:nvCxnSpPr>
                <p:cNvPr id="1057" name="Google Shape;1057;p36"/>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58" name="Google Shape;1058;p36"/>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59" name="Google Shape;1059;p36"/>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0" name="Google Shape;1060;p36"/>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1" name="Google Shape;1061;p36"/>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2" name="Google Shape;1062;p36"/>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3" name="Google Shape;1063;p36"/>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4" name="Google Shape;1064;p36"/>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5" name="Google Shape;1065;p36"/>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6" name="Google Shape;1066;p36"/>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7" name="Google Shape;1067;p36"/>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068" name="Google Shape;1068;p36"/>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69" name="Google Shape;1069;p36"/>
            <p:cNvGrpSpPr/>
            <p:nvPr/>
          </p:nvGrpSpPr>
          <p:grpSpPr>
            <a:xfrm>
              <a:off x="1386950" y="3987826"/>
              <a:ext cx="1544651" cy="315750"/>
              <a:chOff x="1386950" y="3823101"/>
              <a:chExt cx="1544651" cy="315750"/>
            </a:xfrm>
          </p:grpSpPr>
          <p:sp>
            <p:nvSpPr>
              <p:cNvPr id="1070" name="Google Shape;1070;p36"/>
              <p:cNvSpPr/>
              <p:nvPr/>
            </p:nvSpPr>
            <p:spPr>
              <a:xfrm>
                <a:off x="1386950" y="3823101"/>
                <a:ext cx="1544651" cy="31575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71" name="Google Shape;1071;p36"/>
              <p:cNvGrpSpPr/>
              <p:nvPr/>
            </p:nvGrpSpPr>
            <p:grpSpPr>
              <a:xfrm>
                <a:off x="1485502" y="3909138"/>
                <a:ext cx="1369506" cy="102388"/>
                <a:chOff x="5848350" y="2772075"/>
                <a:chExt cx="1285800" cy="102388"/>
              </a:xfrm>
            </p:grpSpPr>
            <p:cxnSp>
              <p:nvCxnSpPr>
                <p:cNvPr id="1072" name="Google Shape;1072;p36"/>
                <p:cNvCxnSpPr/>
                <p:nvPr/>
              </p:nvCxnSpPr>
              <p:spPr>
                <a:xfrm>
                  <a:off x="5848350" y="2772075"/>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073" name="Google Shape;1073;p36"/>
                <p:cNvCxnSpPr/>
                <p:nvPr/>
              </p:nvCxnSpPr>
              <p:spPr>
                <a:xfrm>
                  <a:off x="5848350" y="2874463"/>
                  <a:ext cx="3897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1074" name="Google Shape;1074;p36"/>
            <p:cNvGrpSpPr/>
            <p:nvPr/>
          </p:nvGrpSpPr>
          <p:grpSpPr>
            <a:xfrm>
              <a:off x="2079875" y="3368426"/>
              <a:ext cx="877888" cy="469900"/>
              <a:chOff x="2079875" y="3121151"/>
              <a:chExt cx="877888" cy="469900"/>
            </a:xfrm>
          </p:grpSpPr>
          <p:sp>
            <p:nvSpPr>
              <p:cNvPr id="1075" name="Google Shape;1075;p36"/>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dk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76" name="Google Shape;1076;p36"/>
              <p:cNvGrpSpPr/>
              <p:nvPr/>
            </p:nvGrpSpPr>
            <p:grpSpPr>
              <a:xfrm>
                <a:off x="2181689" y="3241906"/>
                <a:ext cx="674400" cy="203189"/>
                <a:chOff x="2181677" y="2165344"/>
                <a:chExt cx="674400" cy="203189"/>
              </a:xfrm>
            </p:grpSpPr>
            <p:cxnSp>
              <p:nvCxnSpPr>
                <p:cNvPr id="1077" name="Google Shape;1077;p36"/>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78" name="Google Shape;1078;p36"/>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79" name="Google Shape;1079;p36"/>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80" name="Google Shape;1080;p36"/>
            <p:cNvGrpSpPr/>
            <p:nvPr/>
          </p:nvGrpSpPr>
          <p:grpSpPr>
            <a:xfrm>
              <a:off x="1736425" y="2257167"/>
              <a:ext cx="1094925" cy="430550"/>
              <a:chOff x="1862850" y="1718717"/>
              <a:chExt cx="1094925" cy="430550"/>
            </a:xfrm>
          </p:grpSpPr>
          <p:sp>
            <p:nvSpPr>
              <p:cNvPr id="1081" name="Google Shape;1081;p36"/>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082" name="Google Shape;1082;p36"/>
              <p:cNvGrpSpPr/>
              <p:nvPr/>
            </p:nvGrpSpPr>
            <p:grpSpPr>
              <a:xfrm>
                <a:off x="1978095" y="1808221"/>
                <a:ext cx="877866" cy="203169"/>
                <a:chOff x="2181677" y="2165344"/>
                <a:chExt cx="674400" cy="203189"/>
              </a:xfrm>
            </p:grpSpPr>
            <p:cxnSp>
              <p:nvCxnSpPr>
                <p:cNvPr id="1083" name="Google Shape;1083;p36"/>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84" name="Google Shape;1084;p36"/>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085" name="Google Shape;1085;p36"/>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cxnSp>
        <p:nvCxnSpPr>
          <p:cNvPr id="1086" name="Google Shape;1086;p36"/>
          <p:cNvCxnSpPr/>
          <p:nvPr/>
        </p:nvCxnSpPr>
        <p:spPr>
          <a:xfrm flipH="1" rot="10800000">
            <a:off x="3884150" y="3741050"/>
            <a:ext cx="5039100" cy="31200"/>
          </a:xfrm>
          <a:prstGeom prst="straightConnector1">
            <a:avLst/>
          </a:prstGeom>
          <a:noFill/>
          <a:ln cap="flat" cmpd="sng" w="9525">
            <a:solidFill>
              <a:schemeClr val="dk1"/>
            </a:solidFill>
            <a:prstDash val="solid"/>
            <a:round/>
            <a:headEnd len="med" w="med" type="none"/>
            <a:tailEnd len="med" w="med" type="none"/>
          </a:ln>
        </p:spPr>
      </p:cxnSp>
      <p:cxnSp>
        <p:nvCxnSpPr>
          <p:cNvPr id="1087" name="Google Shape;1087;p36"/>
          <p:cNvCxnSpPr/>
          <p:nvPr/>
        </p:nvCxnSpPr>
        <p:spPr>
          <a:xfrm>
            <a:off x="3888875" y="2701300"/>
            <a:ext cx="4849200" cy="3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Implementing and Improving Data Classification</a:t>
            </a:r>
            <a:endParaRPr sz="2000"/>
          </a:p>
        </p:txBody>
      </p:sp>
      <p:sp>
        <p:nvSpPr>
          <p:cNvPr id="1093" name="Google Shape;1093;p37"/>
          <p:cNvSpPr txBox="1"/>
          <p:nvPr/>
        </p:nvSpPr>
        <p:spPr>
          <a:xfrm>
            <a:off x="720000" y="1007100"/>
            <a:ext cx="7704000" cy="3129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Consideration to the logic of data classification</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For data classification, the algorithm is to extract the text. Pass the first 40k and the last 40k characters to the data classification model to classify. This approach </a:t>
            </a:r>
            <a:r>
              <a:rPr lang="en">
                <a:solidFill>
                  <a:schemeClr val="dk1"/>
                </a:solidFill>
                <a:latin typeface="Barlow"/>
                <a:ea typeface="Barlow"/>
                <a:cs typeface="Barlow"/>
                <a:sym typeface="Barlow"/>
              </a:rPr>
              <a:t>might hinder the a full understanding of the document. Furthermore, </a:t>
            </a:r>
            <a:r>
              <a:rPr lang="en">
                <a:solidFill>
                  <a:schemeClr val="dk1"/>
                </a:solidFill>
                <a:latin typeface="Barlow"/>
                <a:ea typeface="Barlow"/>
                <a:cs typeface="Barlow"/>
                <a:sym typeface="Barlow"/>
              </a:rPr>
              <a:t> the large language model doesn’t need to be limited to accepting </a:t>
            </a:r>
            <a:r>
              <a:rPr lang="en">
                <a:solidFill>
                  <a:schemeClr val="dk1"/>
                </a:solidFill>
                <a:latin typeface="Barlow"/>
                <a:ea typeface="Barlow"/>
                <a:cs typeface="Barlow"/>
                <a:sym typeface="Barlow"/>
              </a:rPr>
              <a:t>only </a:t>
            </a:r>
            <a:r>
              <a:rPr lang="en">
                <a:solidFill>
                  <a:schemeClr val="dk1"/>
                </a:solidFill>
                <a:latin typeface="Barlow"/>
                <a:ea typeface="Barlow"/>
                <a:cs typeface="Barlow"/>
                <a:sym typeface="Barlow"/>
              </a:rPr>
              <a:t>the first and last 40k as the context window is big </a:t>
            </a:r>
            <a:r>
              <a:rPr lang="en">
                <a:solidFill>
                  <a:schemeClr val="dk1"/>
                </a:solidFill>
                <a:latin typeface="Barlow"/>
                <a:ea typeface="Barlow"/>
                <a:cs typeface="Barlow"/>
                <a:sym typeface="Barlow"/>
              </a:rPr>
              <a:t>enough</a:t>
            </a:r>
            <a:r>
              <a:rPr lang="en">
                <a:solidFill>
                  <a:schemeClr val="dk1"/>
                </a:solidFill>
                <a:latin typeface="Barlow"/>
                <a:ea typeface="Barlow"/>
                <a:cs typeface="Barlow"/>
                <a:sym typeface="Barlow"/>
              </a:rPr>
              <a:t> to be able to </a:t>
            </a:r>
            <a:r>
              <a:rPr lang="en">
                <a:solidFill>
                  <a:schemeClr val="dk1"/>
                </a:solidFill>
                <a:latin typeface="Barlow"/>
                <a:ea typeface="Barlow"/>
                <a:cs typeface="Barlow"/>
                <a:sym typeface="Barlow"/>
              </a:rPr>
              <a:t>handle</a:t>
            </a:r>
            <a:r>
              <a:rPr lang="en">
                <a:solidFill>
                  <a:schemeClr val="dk1"/>
                </a:solidFill>
                <a:latin typeface="Barlow"/>
                <a:ea typeface="Barlow"/>
                <a:cs typeface="Barlow"/>
                <a:sym typeface="Barlow"/>
              </a:rPr>
              <a:t> the retrieval with this large of input. </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The data classification model is a direct adaptation of the chat model in which it creates multiple </a:t>
            </a:r>
            <a:r>
              <a:rPr lang="en">
                <a:solidFill>
                  <a:schemeClr val="dk1"/>
                </a:solidFill>
                <a:latin typeface="Barlow"/>
                <a:ea typeface="Barlow"/>
                <a:cs typeface="Barlow"/>
                <a:sym typeface="Barlow"/>
              </a:rPr>
              <a:t>rephrasings of the input and then it rephrases using the function create history aware retriever it to be a stand alone paragraph to retrieve the relevant documents given as mentioned above it truncates the document text. Therefore the history aware retriever is unnecessary if I were to pass the entire document to the model. </a:t>
            </a:r>
            <a:endParaRPr>
              <a:solidFill>
                <a:schemeClr val="dk1"/>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Changes made</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Extract and pass contents of the whole file to the model using the already set up data processing functions</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Removed the history aware retriever and send the results of the multi question rephraser to the retrieval chain</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97" name="Shape 1097"/>
        <p:cNvGrpSpPr/>
        <p:nvPr/>
      </p:nvGrpSpPr>
      <p:grpSpPr>
        <a:xfrm>
          <a:off x="0" y="0"/>
          <a:ext cx="0" cy="0"/>
          <a:chOff x="0" y="0"/>
          <a:chExt cx="0" cy="0"/>
        </a:xfrm>
      </p:grpSpPr>
      <p:sp>
        <p:nvSpPr>
          <p:cNvPr id="1098" name="Google Shape;1098;p38"/>
          <p:cNvSpPr txBox="1"/>
          <p:nvPr>
            <p:ph type="title"/>
          </p:nvPr>
        </p:nvSpPr>
        <p:spPr>
          <a:xfrm>
            <a:off x="3811100" y="2679188"/>
            <a:ext cx="5185200" cy="10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Chat Model</a:t>
            </a:r>
            <a:endParaRPr sz="3700"/>
          </a:p>
        </p:txBody>
      </p:sp>
      <p:sp>
        <p:nvSpPr>
          <p:cNvPr id="1099" name="Google Shape;1099;p38"/>
          <p:cNvSpPr txBox="1"/>
          <p:nvPr>
            <p:ph idx="2" type="title"/>
          </p:nvPr>
        </p:nvSpPr>
        <p:spPr>
          <a:xfrm>
            <a:off x="6177550" y="1806625"/>
            <a:ext cx="2253300" cy="8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02.c</a:t>
            </a:r>
            <a:endParaRPr/>
          </a:p>
        </p:txBody>
      </p:sp>
      <p:grpSp>
        <p:nvGrpSpPr>
          <p:cNvPr id="1100" name="Google Shape;1100;p38"/>
          <p:cNvGrpSpPr/>
          <p:nvPr/>
        </p:nvGrpSpPr>
        <p:grpSpPr>
          <a:xfrm>
            <a:off x="704550" y="1577225"/>
            <a:ext cx="2253212" cy="2726351"/>
            <a:chOff x="704550" y="1577225"/>
            <a:chExt cx="2253212" cy="2726351"/>
          </a:xfrm>
        </p:grpSpPr>
        <p:grpSp>
          <p:nvGrpSpPr>
            <p:cNvPr id="1101" name="Google Shape;1101;p38"/>
            <p:cNvGrpSpPr/>
            <p:nvPr/>
          </p:nvGrpSpPr>
          <p:grpSpPr>
            <a:xfrm>
              <a:off x="713213" y="1577225"/>
              <a:ext cx="1544638" cy="528638"/>
              <a:chOff x="713213" y="1004650"/>
              <a:chExt cx="1544638" cy="528638"/>
            </a:xfrm>
          </p:grpSpPr>
          <p:sp>
            <p:nvSpPr>
              <p:cNvPr id="1102" name="Google Shape;1102;p38"/>
              <p:cNvSpPr/>
              <p:nvPr/>
            </p:nvSpPr>
            <p:spPr>
              <a:xfrm flipH="1">
                <a:off x="713213" y="1004650"/>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03" name="Google Shape;1103;p38"/>
              <p:cNvGrpSpPr/>
              <p:nvPr/>
            </p:nvGrpSpPr>
            <p:grpSpPr>
              <a:xfrm>
                <a:off x="842638" y="1142757"/>
                <a:ext cx="1285800" cy="204775"/>
                <a:chOff x="5848350" y="2788450"/>
                <a:chExt cx="1285800" cy="204775"/>
              </a:xfrm>
            </p:grpSpPr>
            <p:cxnSp>
              <p:nvCxnSpPr>
                <p:cNvPr id="1104" name="Google Shape;1104;p38"/>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105" name="Google Shape;1105;p38"/>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106" name="Google Shape;1106;p38"/>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107" name="Google Shape;1107;p38"/>
            <p:cNvGrpSpPr/>
            <p:nvPr/>
          </p:nvGrpSpPr>
          <p:grpSpPr>
            <a:xfrm>
              <a:off x="704551" y="2432263"/>
              <a:ext cx="879475" cy="1439864"/>
              <a:chOff x="704550" y="2022613"/>
              <a:chExt cx="879475" cy="1439864"/>
            </a:xfrm>
          </p:grpSpPr>
          <p:sp>
            <p:nvSpPr>
              <p:cNvPr id="1108" name="Google Shape;1108;p38"/>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109" name="Google Shape;1109;p38"/>
              <p:cNvGrpSpPr/>
              <p:nvPr/>
            </p:nvGrpSpPr>
            <p:grpSpPr>
              <a:xfrm>
                <a:off x="839488" y="2182413"/>
                <a:ext cx="609600" cy="1117540"/>
                <a:chOff x="7453338" y="715125"/>
                <a:chExt cx="609600" cy="1117540"/>
              </a:xfrm>
            </p:grpSpPr>
            <p:cxnSp>
              <p:nvCxnSpPr>
                <p:cNvPr id="1110" name="Google Shape;1110;p38"/>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1" name="Google Shape;1111;p38"/>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2" name="Google Shape;1112;p38"/>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3" name="Google Shape;1113;p38"/>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4" name="Google Shape;1114;p38"/>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5" name="Google Shape;1115;p38"/>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6" name="Google Shape;1116;p38"/>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7" name="Google Shape;1117;p38"/>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8" name="Google Shape;1118;p38"/>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19" name="Google Shape;1119;p38"/>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20" name="Google Shape;1120;p38"/>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21" name="Google Shape;1121;p38"/>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122" name="Google Shape;1122;p38"/>
            <p:cNvGrpSpPr/>
            <p:nvPr/>
          </p:nvGrpSpPr>
          <p:grpSpPr>
            <a:xfrm>
              <a:off x="1386950" y="3987826"/>
              <a:ext cx="1544651" cy="315750"/>
              <a:chOff x="1386950" y="3823101"/>
              <a:chExt cx="1544651" cy="315750"/>
            </a:xfrm>
          </p:grpSpPr>
          <p:sp>
            <p:nvSpPr>
              <p:cNvPr id="1123" name="Google Shape;1123;p38"/>
              <p:cNvSpPr/>
              <p:nvPr/>
            </p:nvSpPr>
            <p:spPr>
              <a:xfrm>
                <a:off x="1386950" y="3823101"/>
                <a:ext cx="1544651" cy="31575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24" name="Google Shape;1124;p38"/>
              <p:cNvGrpSpPr/>
              <p:nvPr/>
            </p:nvGrpSpPr>
            <p:grpSpPr>
              <a:xfrm>
                <a:off x="1485502" y="3909138"/>
                <a:ext cx="1369506" cy="102388"/>
                <a:chOff x="5848350" y="2772075"/>
                <a:chExt cx="1285800" cy="102388"/>
              </a:xfrm>
            </p:grpSpPr>
            <p:cxnSp>
              <p:nvCxnSpPr>
                <p:cNvPr id="1125" name="Google Shape;1125;p38"/>
                <p:cNvCxnSpPr/>
                <p:nvPr/>
              </p:nvCxnSpPr>
              <p:spPr>
                <a:xfrm>
                  <a:off x="5848350" y="2772075"/>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126" name="Google Shape;1126;p38"/>
                <p:cNvCxnSpPr/>
                <p:nvPr/>
              </p:nvCxnSpPr>
              <p:spPr>
                <a:xfrm>
                  <a:off x="5848350" y="2874463"/>
                  <a:ext cx="3897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1127" name="Google Shape;1127;p38"/>
            <p:cNvGrpSpPr/>
            <p:nvPr/>
          </p:nvGrpSpPr>
          <p:grpSpPr>
            <a:xfrm>
              <a:off x="2079875" y="3368426"/>
              <a:ext cx="877888" cy="469900"/>
              <a:chOff x="2079875" y="3121151"/>
              <a:chExt cx="877888" cy="469900"/>
            </a:xfrm>
          </p:grpSpPr>
          <p:sp>
            <p:nvSpPr>
              <p:cNvPr id="1128" name="Google Shape;1128;p38"/>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dk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29" name="Google Shape;1129;p38"/>
              <p:cNvGrpSpPr/>
              <p:nvPr/>
            </p:nvGrpSpPr>
            <p:grpSpPr>
              <a:xfrm>
                <a:off x="2181689" y="3241906"/>
                <a:ext cx="674400" cy="203189"/>
                <a:chOff x="2181677" y="2165344"/>
                <a:chExt cx="674400" cy="203189"/>
              </a:xfrm>
            </p:grpSpPr>
            <p:cxnSp>
              <p:nvCxnSpPr>
                <p:cNvPr id="1130" name="Google Shape;1130;p38"/>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131" name="Google Shape;1131;p38"/>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132" name="Google Shape;1132;p38"/>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133" name="Google Shape;1133;p38"/>
            <p:cNvGrpSpPr/>
            <p:nvPr/>
          </p:nvGrpSpPr>
          <p:grpSpPr>
            <a:xfrm>
              <a:off x="1736425" y="2257167"/>
              <a:ext cx="1094925" cy="430550"/>
              <a:chOff x="1862850" y="1718717"/>
              <a:chExt cx="1094925" cy="430550"/>
            </a:xfrm>
          </p:grpSpPr>
          <p:sp>
            <p:nvSpPr>
              <p:cNvPr id="1134" name="Google Shape;1134;p38"/>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135" name="Google Shape;1135;p38"/>
              <p:cNvGrpSpPr/>
              <p:nvPr/>
            </p:nvGrpSpPr>
            <p:grpSpPr>
              <a:xfrm>
                <a:off x="1978095" y="1808221"/>
                <a:ext cx="877866" cy="203169"/>
                <a:chOff x="2181677" y="2165344"/>
                <a:chExt cx="674400" cy="203189"/>
              </a:xfrm>
            </p:grpSpPr>
            <p:cxnSp>
              <p:nvCxnSpPr>
                <p:cNvPr id="1136" name="Google Shape;1136;p38"/>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137" name="Google Shape;1137;p38"/>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138" name="Google Shape;1138;p38"/>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cxnSp>
        <p:nvCxnSpPr>
          <p:cNvPr id="1139" name="Google Shape;1139;p38"/>
          <p:cNvCxnSpPr/>
          <p:nvPr/>
        </p:nvCxnSpPr>
        <p:spPr>
          <a:xfrm flipH="1" rot="10800000">
            <a:off x="3884150" y="3741050"/>
            <a:ext cx="5039100" cy="31200"/>
          </a:xfrm>
          <a:prstGeom prst="straightConnector1">
            <a:avLst/>
          </a:prstGeom>
          <a:noFill/>
          <a:ln cap="flat" cmpd="sng" w="9525">
            <a:solidFill>
              <a:schemeClr val="dk1"/>
            </a:solidFill>
            <a:prstDash val="solid"/>
            <a:round/>
            <a:headEnd len="med" w="med" type="none"/>
            <a:tailEnd len="med" w="med" type="none"/>
          </a:ln>
        </p:spPr>
      </p:cxnSp>
      <p:cxnSp>
        <p:nvCxnSpPr>
          <p:cNvPr id="1140" name="Google Shape;1140;p38"/>
          <p:cNvCxnSpPr/>
          <p:nvPr/>
        </p:nvCxnSpPr>
        <p:spPr>
          <a:xfrm>
            <a:off x="3888875" y="2701300"/>
            <a:ext cx="4849200" cy="3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39"/>
          <p:cNvSpPr txBox="1"/>
          <p:nvPr>
            <p:ph type="title"/>
          </p:nvPr>
        </p:nvSpPr>
        <p:spPr>
          <a:xfrm>
            <a:off x="637025" y="445025"/>
            <a:ext cx="778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Incorporating</a:t>
            </a:r>
            <a:r>
              <a:rPr lang="en" sz="2000"/>
              <a:t> the metadata tagger within retrieval</a:t>
            </a:r>
            <a:endParaRPr sz="2000"/>
          </a:p>
        </p:txBody>
      </p:sp>
      <p:sp>
        <p:nvSpPr>
          <p:cNvPr id="1146" name="Google Shape;1146;p39"/>
          <p:cNvSpPr txBox="1"/>
          <p:nvPr/>
        </p:nvSpPr>
        <p:spPr>
          <a:xfrm>
            <a:off x="720000" y="1007100"/>
            <a:ext cx="7704000" cy="3129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Obstacles Encountered</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Limitations of chroma</a:t>
            </a:r>
            <a:endParaRPr>
              <a:solidFill>
                <a:schemeClr val="dk1"/>
              </a:solidFill>
              <a:latin typeface="Barlow"/>
              <a:ea typeface="Barlow"/>
              <a:cs typeface="Barlow"/>
              <a:sym typeface="Barlow"/>
            </a:endParaRPr>
          </a:p>
          <a:p>
            <a:pPr indent="-317500" lvl="2" marL="1371600" rtl="0" algn="l">
              <a:spcBef>
                <a:spcPts val="0"/>
              </a:spcBef>
              <a:spcAft>
                <a:spcPts val="0"/>
              </a:spcAft>
              <a:buClr>
                <a:schemeClr val="dk1"/>
              </a:buClr>
              <a:buSzPts val="1400"/>
              <a:buFont typeface="Barlow"/>
              <a:buAutoNum type="romanLcPeriod"/>
            </a:pPr>
            <a:r>
              <a:rPr lang="en">
                <a:solidFill>
                  <a:schemeClr val="dk1"/>
                </a:solidFill>
                <a:latin typeface="Barlow"/>
                <a:ea typeface="Barlow"/>
                <a:cs typeface="Barlow"/>
                <a:sym typeface="Barlow"/>
              </a:rPr>
              <a:t>Chroma cannot take in a metadata that contains complex data types and can only take in strings, integers and booleans </a:t>
            </a:r>
            <a:endParaRPr>
              <a:solidFill>
                <a:schemeClr val="dk1"/>
              </a:solidFill>
              <a:latin typeface="Barlow"/>
              <a:ea typeface="Barlow"/>
              <a:cs typeface="Barlow"/>
              <a:sym typeface="Barlow"/>
            </a:endParaRPr>
          </a:p>
          <a:p>
            <a:pPr indent="-317500" lvl="2" marL="1371600" rtl="0" algn="l">
              <a:spcBef>
                <a:spcPts val="0"/>
              </a:spcBef>
              <a:spcAft>
                <a:spcPts val="0"/>
              </a:spcAft>
              <a:buClr>
                <a:schemeClr val="dk1"/>
              </a:buClr>
              <a:buSzPts val="1400"/>
              <a:buFont typeface="Barlow"/>
              <a:buAutoNum type="romanLcPeriod"/>
            </a:pPr>
            <a:r>
              <a:rPr lang="en">
                <a:solidFill>
                  <a:schemeClr val="dk1"/>
                </a:solidFill>
                <a:latin typeface="Barlow"/>
                <a:ea typeface="Barlow"/>
                <a:cs typeface="Barlow"/>
                <a:sym typeface="Barlow"/>
              </a:rPr>
              <a:t>Chroma can only do an exact matching for string metadata when doing filtering</a:t>
            </a:r>
            <a:endParaRPr>
              <a:solidFill>
                <a:schemeClr val="dk1"/>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Solutions Implemented</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Change the keywords metadata from one array of strings to </a:t>
            </a:r>
            <a:r>
              <a:rPr lang="en">
                <a:solidFill>
                  <a:schemeClr val="dk1"/>
                </a:solidFill>
                <a:latin typeface="Barlow"/>
                <a:ea typeface="Barlow"/>
                <a:cs typeface="Barlow"/>
                <a:sym typeface="Barlow"/>
              </a:rPr>
              <a:t>multiple</a:t>
            </a:r>
            <a:r>
              <a:rPr lang="en">
                <a:solidFill>
                  <a:schemeClr val="dk1"/>
                </a:solidFill>
                <a:latin typeface="Barlow"/>
                <a:ea typeface="Barlow"/>
                <a:cs typeface="Barlow"/>
                <a:sym typeface="Barlow"/>
              </a:rPr>
              <a:t> </a:t>
            </a:r>
            <a:r>
              <a:rPr lang="en">
                <a:solidFill>
                  <a:schemeClr val="dk1"/>
                </a:solidFill>
                <a:latin typeface="Barlow"/>
                <a:ea typeface="Barlow"/>
                <a:cs typeface="Barlow"/>
                <a:sym typeface="Barlow"/>
              </a:rPr>
              <a:t>keywords dictionary elements of strings, this is to get around the first limitations of complex data types while splitting them up to accommodate the exact matching</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Furthermore, to facilitate the exact matching, a function was written to utilize open ai chat gpt to do text classification to match the question to the existing keywords  which is in a databank ( collected into a list and stored into a persistent storage using shelve at the data processing stage ) </a:t>
            </a:r>
            <a:endParaRPr>
              <a:solidFill>
                <a:schemeClr val="dk1"/>
              </a:solidFill>
              <a:latin typeface="Barlow"/>
              <a:ea typeface="Barlow"/>
              <a:cs typeface="Barlow"/>
              <a:sym typeface="Barlow"/>
            </a:endParaRPr>
          </a:p>
          <a:p>
            <a:pPr indent="-317500" lvl="2" marL="1371600" rtl="0" algn="l">
              <a:spcBef>
                <a:spcPts val="0"/>
              </a:spcBef>
              <a:spcAft>
                <a:spcPts val="0"/>
              </a:spcAft>
              <a:buClr>
                <a:schemeClr val="dk1"/>
              </a:buClr>
              <a:buSzPts val="1400"/>
              <a:buFont typeface="Barlow"/>
              <a:buAutoNum type="romanLcPeriod"/>
            </a:pPr>
            <a:r>
              <a:rPr lang="en">
                <a:solidFill>
                  <a:schemeClr val="dk1"/>
                </a:solidFill>
                <a:latin typeface="Barlow"/>
                <a:ea typeface="Barlow"/>
                <a:cs typeface="Barlow"/>
                <a:sym typeface="Barlow"/>
              </a:rPr>
              <a:t>This is the best method to do the data labelling / text classification task without any existing training data</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40"/>
          <p:cNvSpPr txBox="1"/>
          <p:nvPr>
            <p:ph type="title"/>
          </p:nvPr>
        </p:nvSpPr>
        <p:spPr>
          <a:xfrm>
            <a:off x="637025" y="445025"/>
            <a:ext cx="778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Incorporating the metadata tagger within retrieval</a:t>
            </a:r>
            <a:endParaRPr sz="2000"/>
          </a:p>
          <a:p>
            <a:pPr indent="0" lvl="0" marL="0" rtl="0" algn="l">
              <a:spcBef>
                <a:spcPts val="0"/>
              </a:spcBef>
              <a:spcAft>
                <a:spcPts val="0"/>
              </a:spcAft>
              <a:buNone/>
            </a:pPr>
            <a:r>
              <a:t/>
            </a:r>
            <a:endParaRPr/>
          </a:p>
        </p:txBody>
      </p:sp>
      <p:sp>
        <p:nvSpPr>
          <p:cNvPr id="1152" name="Google Shape;1152;p40"/>
          <p:cNvSpPr txBox="1"/>
          <p:nvPr/>
        </p:nvSpPr>
        <p:spPr>
          <a:xfrm>
            <a:off x="720000" y="1007100"/>
            <a:ext cx="7704000" cy="450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Keywords databank logic in dataProcessing.py</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pic>
        <p:nvPicPr>
          <p:cNvPr id="1153" name="Google Shape;1153;p40"/>
          <p:cNvPicPr preferRelativeResize="0"/>
          <p:nvPr/>
        </p:nvPicPr>
        <p:blipFill>
          <a:blip r:embed="rId3">
            <a:alphaModFix/>
          </a:blip>
          <a:stretch>
            <a:fillRect/>
          </a:stretch>
        </p:blipFill>
        <p:spPr>
          <a:xfrm>
            <a:off x="1818938" y="1457100"/>
            <a:ext cx="5423275" cy="3543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41"/>
          <p:cNvSpPr txBox="1"/>
          <p:nvPr>
            <p:ph type="title"/>
          </p:nvPr>
        </p:nvSpPr>
        <p:spPr>
          <a:xfrm>
            <a:off x="637025" y="445025"/>
            <a:ext cx="778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Incorporating the metadata tagger within retrieval</a:t>
            </a:r>
            <a:endParaRPr sz="2000"/>
          </a:p>
          <a:p>
            <a:pPr indent="0" lvl="0" marL="0" rtl="0" algn="l">
              <a:spcBef>
                <a:spcPts val="0"/>
              </a:spcBef>
              <a:spcAft>
                <a:spcPts val="0"/>
              </a:spcAft>
              <a:buNone/>
            </a:pPr>
            <a:r>
              <a:t/>
            </a:r>
            <a:endParaRPr/>
          </a:p>
        </p:txBody>
      </p:sp>
      <p:sp>
        <p:nvSpPr>
          <p:cNvPr id="1159" name="Google Shape;1159;p41"/>
          <p:cNvSpPr txBox="1"/>
          <p:nvPr/>
        </p:nvSpPr>
        <p:spPr>
          <a:xfrm>
            <a:off x="720000" y="856450"/>
            <a:ext cx="7704000" cy="450000"/>
          </a:xfrm>
          <a:prstGeom prst="rect">
            <a:avLst/>
          </a:prstGeom>
          <a:solidFill>
            <a:schemeClr val="dk2"/>
          </a:solid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Barlow"/>
              <a:buAutoNum type="arabicPeriod"/>
            </a:pPr>
            <a:r>
              <a:rPr lang="en">
                <a:solidFill>
                  <a:schemeClr val="dk2"/>
                </a:solidFill>
                <a:latin typeface="Barlow"/>
                <a:ea typeface="Barlow"/>
                <a:cs typeface="Barlow"/>
                <a:sym typeface="Barlow"/>
              </a:rPr>
              <a:t>Blank</a:t>
            </a:r>
            <a:endParaRPr>
              <a:solidFill>
                <a:schemeClr val="dk2"/>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Text Classification using Open AI</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pic>
        <p:nvPicPr>
          <p:cNvPr id="1160" name="Google Shape;1160;p41"/>
          <p:cNvPicPr preferRelativeResize="0"/>
          <p:nvPr/>
        </p:nvPicPr>
        <p:blipFill>
          <a:blip r:embed="rId3">
            <a:alphaModFix/>
          </a:blip>
          <a:stretch>
            <a:fillRect/>
          </a:stretch>
        </p:blipFill>
        <p:spPr>
          <a:xfrm>
            <a:off x="1766188" y="1457100"/>
            <a:ext cx="5528786" cy="3381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42"/>
          <p:cNvSpPr txBox="1"/>
          <p:nvPr>
            <p:ph type="title"/>
          </p:nvPr>
        </p:nvSpPr>
        <p:spPr>
          <a:xfrm>
            <a:off x="486375" y="445025"/>
            <a:ext cx="8048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Implementing persistent memory and a filing system</a:t>
            </a:r>
            <a:endParaRPr sz="2000"/>
          </a:p>
        </p:txBody>
      </p:sp>
      <p:sp>
        <p:nvSpPr>
          <p:cNvPr id="1166" name="Google Shape;1166;p42"/>
          <p:cNvSpPr txBox="1"/>
          <p:nvPr/>
        </p:nvSpPr>
        <p:spPr>
          <a:xfrm>
            <a:off x="720000" y="1007100"/>
            <a:ext cx="7704000" cy="3129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Existing</a:t>
            </a:r>
            <a:r>
              <a:rPr lang="en">
                <a:solidFill>
                  <a:schemeClr val="dk1"/>
                </a:solidFill>
                <a:latin typeface="Barlow"/>
                <a:ea typeface="Barlow"/>
                <a:cs typeface="Barlow"/>
                <a:sym typeface="Barlow"/>
              </a:rPr>
              <a:t> issues </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The MemorySaver method provided by langchain only saves in memory, so once the python file stops running the memory is lost which is a major flaw, therefore there is a need for persistent memory logic</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As of the previous batches, the memory was stored in the log file and in a postgres database but merely as a record, the user had no access to the previous conversations which is to be expected with the conversation memory being temporary</a:t>
            </a:r>
            <a:endParaRPr>
              <a:solidFill>
                <a:schemeClr val="dk1"/>
              </a:solidFill>
              <a:latin typeface="Barlow"/>
              <a:ea typeface="Barlow"/>
              <a:cs typeface="Barlow"/>
              <a:sym typeface="Barlow"/>
            </a:endParaRPr>
          </a:p>
          <a:p>
            <a:pPr indent="-317500" lvl="0" marL="457200" rtl="0" algn="l">
              <a:spcBef>
                <a:spcPts val="0"/>
              </a:spcBef>
              <a:spcAft>
                <a:spcPts val="0"/>
              </a:spcAft>
              <a:buClr>
                <a:schemeClr val="dk1"/>
              </a:buClr>
              <a:buSzPts val="1400"/>
              <a:buFont typeface="Barlow"/>
              <a:buAutoNum type="arabicPeriod"/>
            </a:pPr>
            <a:r>
              <a:rPr lang="en">
                <a:solidFill>
                  <a:schemeClr val="dk1"/>
                </a:solidFill>
                <a:latin typeface="Barlow"/>
                <a:ea typeface="Barlow"/>
                <a:cs typeface="Barlow"/>
                <a:sym typeface="Barlow"/>
              </a:rPr>
              <a:t>Solutions</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A proper solutions needs to </a:t>
            </a:r>
            <a:r>
              <a:rPr lang="en">
                <a:solidFill>
                  <a:schemeClr val="dk1"/>
                </a:solidFill>
                <a:latin typeface="Barlow"/>
                <a:ea typeface="Barlow"/>
                <a:cs typeface="Barlow"/>
                <a:sym typeface="Barlow"/>
              </a:rPr>
              <a:t>address</a:t>
            </a:r>
            <a:r>
              <a:rPr lang="en">
                <a:solidFill>
                  <a:schemeClr val="dk1"/>
                </a:solidFill>
                <a:latin typeface="Barlow"/>
                <a:ea typeface="Barlow"/>
                <a:cs typeface="Barlow"/>
                <a:sym typeface="Barlow"/>
              </a:rPr>
              <a:t> both, I did the backend and implemented an </a:t>
            </a:r>
            <a:r>
              <a:rPr lang="en">
                <a:solidFill>
                  <a:schemeClr val="dk1"/>
                </a:solidFill>
                <a:latin typeface="Barlow"/>
                <a:ea typeface="Barlow"/>
                <a:cs typeface="Barlow"/>
                <a:sym typeface="Barlow"/>
              </a:rPr>
              <a:t>sqlite3</a:t>
            </a:r>
            <a:r>
              <a:rPr lang="en">
                <a:solidFill>
                  <a:schemeClr val="dk1"/>
                </a:solidFill>
                <a:latin typeface="Barlow"/>
                <a:ea typeface="Barlow"/>
                <a:cs typeface="Barlow"/>
                <a:sym typeface="Barlow"/>
              </a:rPr>
              <a:t> instance to replace the memory saver and act as a </a:t>
            </a:r>
            <a:r>
              <a:rPr lang="en">
                <a:solidFill>
                  <a:schemeClr val="dk1"/>
                </a:solidFill>
                <a:latin typeface="Barlow"/>
                <a:ea typeface="Barlow"/>
                <a:cs typeface="Barlow"/>
                <a:sym typeface="Barlow"/>
              </a:rPr>
              <a:t>persistent</a:t>
            </a:r>
            <a:r>
              <a:rPr lang="en">
                <a:solidFill>
                  <a:schemeClr val="dk1"/>
                </a:solidFill>
                <a:latin typeface="Barlow"/>
                <a:ea typeface="Barlow"/>
                <a:cs typeface="Barlow"/>
                <a:sym typeface="Barlow"/>
              </a:rPr>
              <a:t> memory and is controlled by the thread id </a:t>
            </a:r>
            <a:r>
              <a:rPr lang="en">
                <a:solidFill>
                  <a:schemeClr val="dk1"/>
                </a:solidFill>
                <a:latin typeface="Barlow"/>
                <a:ea typeface="Barlow"/>
                <a:cs typeface="Barlow"/>
                <a:sym typeface="Barlow"/>
              </a:rPr>
              <a:t>which is stored in the front end’s conservation storage which is a json file for each conversation</a:t>
            </a:r>
            <a:endParaRPr>
              <a:solidFill>
                <a:schemeClr val="dk1"/>
              </a:solidFill>
              <a:latin typeface="Barlow"/>
              <a:ea typeface="Barlow"/>
              <a:cs typeface="Barlow"/>
              <a:sym typeface="Barlow"/>
            </a:endParaRPr>
          </a:p>
          <a:p>
            <a:pPr indent="-317500" lvl="1" marL="914400" rtl="0" algn="l">
              <a:spcBef>
                <a:spcPts val="0"/>
              </a:spcBef>
              <a:spcAft>
                <a:spcPts val="0"/>
              </a:spcAft>
              <a:buClr>
                <a:schemeClr val="dk1"/>
              </a:buClr>
              <a:buSzPts val="1400"/>
              <a:buFont typeface="Barlow"/>
              <a:buAutoNum type="alphaLcPeriod"/>
            </a:pPr>
            <a:r>
              <a:rPr lang="en">
                <a:solidFill>
                  <a:schemeClr val="dk1"/>
                </a:solidFill>
                <a:latin typeface="Barlow"/>
                <a:ea typeface="Barlow"/>
                <a:cs typeface="Barlow"/>
                <a:sym typeface="Barlow"/>
              </a:rPr>
              <a:t>As with the keywords file, sqlite 3, conversation history, uploaded files as well as the vector store, I decided to put them all into a folder to organize it better, all the paths are kept in the env file and I wrote a simple relative to absolute path function to deal with the components that require an absolute file path such as the sqlite3</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a:solidFill>
                <a:schemeClr val="dk1"/>
              </a:solidFill>
              <a:latin typeface="Barlow"/>
              <a:ea typeface="Barlow"/>
              <a:cs typeface="Barlow"/>
              <a:sym typeface="Barlo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170" name="Shape 1170"/>
        <p:cNvGrpSpPr/>
        <p:nvPr/>
      </p:nvGrpSpPr>
      <p:grpSpPr>
        <a:xfrm>
          <a:off x="0" y="0"/>
          <a:ext cx="0" cy="0"/>
          <a:chOff x="0" y="0"/>
          <a:chExt cx="0" cy="0"/>
        </a:xfrm>
      </p:grpSpPr>
      <p:sp>
        <p:nvSpPr>
          <p:cNvPr id="1171" name="Google Shape;1171;p43"/>
          <p:cNvSpPr txBox="1"/>
          <p:nvPr>
            <p:ph type="title"/>
          </p:nvPr>
        </p:nvSpPr>
        <p:spPr>
          <a:xfrm>
            <a:off x="4092725" y="2735075"/>
            <a:ext cx="4935000" cy="1041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ILYSIA’S PART</a:t>
            </a:r>
            <a:endParaRPr sz="3700"/>
          </a:p>
        </p:txBody>
      </p:sp>
      <p:sp>
        <p:nvSpPr>
          <p:cNvPr id="1172" name="Google Shape;1172;p43"/>
          <p:cNvSpPr txBox="1"/>
          <p:nvPr>
            <p:ph idx="2" type="title"/>
          </p:nvPr>
        </p:nvSpPr>
        <p:spPr>
          <a:xfrm>
            <a:off x="7195075" y="1806613"/>
            <a:ext cx="1235700" cy="8418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03</a:t>
            </a:r>
            <a:endParaRPr/>
          </a:p>
        </p:txBody>
      </p:sp>
      <p:grpSp>
        <p:nvGrpSpPr>
          <p:cNvPr id="1173" name="Google Shape;1173;p43"/>
          <p:cNvGrpSpPr/>
          <p:nvPr/>
        </p:nvGrpSpPr>
        <p:grpSpPr>
          <a:xfrm>
            <a:off x="704550" y="1577225"/>
            <a:ext cx="2253212" cy="2726351"/>
            <a:chOff x="704550" y="1577225"/>
            <a:chExt cx="2253212" cy="2726351"/>
          </a:xfrm>
        </p:grpSpPr>
        <p:grpSp>
          <p:nvGrpSpPr>
            <p:cNvPr id="1174" name="Google Shape;1174;p43"/>
            <p:cNvGrpSpPr/>
            <p:nvPr/>
          </p:nvGrpSpPr>
          <p:grpSpPr>
            <a:xfrm>
              <a:off x="713213" y="1577225"/>
              <a:ext cx="1544638" cy="528638"/>
              <a:chOff x="713213" y="1004650"/>
              <a:chExt cx="1544638" cy="528638"/>
            </a:xfrm>
          </p:grpSpPr>
          <p:sp>
            <p:nvSpPr>
              <p:cNvPr id="1175" name="Google Shape;1175;p43"/>
              <p:cNvSpPr/>
              <p:nvPr/>
            </p:nvSpPr>
            <p:spPr>
              <a:xfrm flipH="1">
                <a:off x="713213" y="1004650"/>
                <a:ext cx="1544638" cy="528638"/>
              </a:xfrm>
              <a:custGeom>
                <a:rect b="b" l="l" r="r" t="t"/>
                <a:pathLst>
                  <a:path extrusionOk="0" h="221" w="646">
                    <a:moveTo>
                      <a:pt x="620" y="0"/>
                    </a:moveTo>
                    <a:cubicBezTo>
                      <a:pt x="26" y="0"/>
                      <a:pt x="26" y="0"/>
                      <a:pt x="26" y="0"/>
                    </a:cubicBezTo>
                    <a:cubicBezTo>
                      <a:pt x="12" y="0"/>
                      <a:pt x="0" y="12"/>
                      <a:pt x="0" y="26"/>
                    </a:cubicBezTo>
                    <a:cubicBezTo>
                      <a:pt x="0" y="183"/>
                      <a:pt x="0" y="183"/>
                      <a:pt x="0" y="183"/>
                    </a:cubicBezTo>
                    <a:cubicBezTo>
                      <a:pt x="0" y="197"/>
                      <a:pt x="12" y="208"/>
                      <a:pt x="26" y="208"/>
                    </a:cubicBezTo>
                    <a:cubicBezTo>
                      <a:pt x="588" y="208"/>
                      <a:pt x="588" y="208"/>
                      <a:pt x="588" y="208"/>
                    </a:cubicBezTo>
                    <a:cubicBezTo>
                      <a:pt x="589" y="212"/>
                      <a:pt x="591" y="215"/>
                      <a:pt x="594" y="218"/>
                    </a:cubicBezTo>
                    <a:cubicBezTo>
                      <a:pt x="597" y="220"/>
                      <a:pt x="601" y="221"/>
                      <a:pt x="604" y="221"/>
                    </a:cubicBezTo>
                    <a:cubicBezTo>
                      <a:pt x="605" y="221"/>
                      <a:pt x="605" y="221"/>
                      <a:pt x="606" y="221"/>
                    </a:cubicBezTo>
                    <a:cubicBezTo>
                      <a:pt x="606" y="221"/>
                      <a:pt x="606" y="221"/>
                      <a:pt x="606" y="221"/>
                    </a:cubicBezTo>
                    <a:cubicBezTo>
                      <a:pt x="606" y="220"/>
                      <a:pt x="606" y="220"/>
                      <a:pt x="606" y="220"/>
                    </a:cubicBezTo>
                    <a:cubicBezTo>
                      <a:pt x="604" y="217"/>
                      <a:pt x="604" y="212"/>
                      <a:pt x="604" y="208"/>
                    </a:cubicBezTo>
                    <a:cubicBezTo>
                      <a:pt x="620" y="208"/>
                      <a:pt x="620" y="208"/>
                      <a:pt x="620" y="208"/>
                    </a:cubicBezTo>
                    <a:cubicBezTo>
                      <a:pt x="634" y="208"/>
                      <a:pt x="646" y="197"/>
                      <a:pt x="646" y="183"/>
                    </a:cubicBezTo>
                    <a:cubicBezTo>
                      <a:pt x="646" y="26"/>
                      <a:pt x="646" y="26"/>
                      <a:pt x="646" y="26"/>
                    </a:cubicBezTo>
                    <a:cubicBezTo>
                      <a:pt x="646" y="12"/>
                      <a:pt x="634" y="0"/>
                      <a:pt x="620" y="0"/>
                    </a:cubicBezTo>
                  </a:path>
                </a:pathLst>
              </a:custGeom>
              <a:solidFill>
                <a:schemeClr val="accent4"/>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76" name="Google Shape;1176;p43"/>
              <p:cNvGrpSpPr/>
              <p:nvPr/>
            </p:nvGrpSpPr>
            <p:grpSpPr>
              <a:xfrm>
                <a:off x="842638" y="1142757"/>
                <a:ext cx="1285800" cy="204775"/>
                <a:chOff x="5848350" y="2788450"/>
                <a:chExt cx="1285800" cy="204775"/>
              </a:xfrm>
            </p:grpSpPr>
            <p:cxnSp>
              <p:nvCxnSpPr>
                <p:cNvPr id="1177" name="Google Shape;1177;p43"/>
                <p:cNvCxnSpPr/>
                <p:nvPr/>
              </p:nvCxnSpPr>
              <p:spPr>
                <a:xfrm>
                  <a:off x="5848350" y="2788450"/>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178" name="Google Shape;1178;p43"/>
                <p:cNvCxnSpPr/>
                <p:nvPr/>
              </p:nvCxnSpPr>
              <p:spPr>
                <a:xfrm>
                  <a:off x="5848350" y="2890838"/>
                  <a:ext cx="1285800" cy="0"/>
                </a:xfrm>
                <a:prstGeom prst="straightConnector1">
                  <a:avLst/>
                </a:prstGeom>
                <a:noFill/>
                <a:ln cap="flat" cmpd="sng" w="9525">
                  <a:solidFill>
                    <a:schemeClr val="dk1"/>
                  </a:solidFill>
                  <a:prstDash val="solid"/>
                  <a:round/>
                  <a:headEnd len="med" w="med" type="none"/>
                  <a:tailEnd len="med" w="med" type="none"/>
                </a:ln>
              </p:spPr>
            </p:cxnSp>
            <p:cxnSp>
              <p:nvCxnSpPr>
                <p:cNvPr id="1179" name="Google Shape;1179;p43"/>
                <p:cNvCxnSpPr/>
                <p:nvPr/>
              </p:nvCxnSpPr>
              <p:spPr>
                <a:xfrm>
                  <a:off x="5848350" y="2993225"/>
                  <a:ext cx="640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180" name="Google Shape;1180;p43"/>
            <p:cNvGrpSpPr/>
            <p:nvPr/>
          </p:nvGrpSpPr>
          <p:grpSpPr>
            <a:xfrm>
              <a:off x="704551" y="2432263"/>
              <a:ext cx="879475" cy="1439864"/>
              <a:chOff x="704550" y="2022613"/>
              <a:chExt cx="879475" cy="1439864"/>
            </a:xfrm>
          </p:grpSpPr>
          <p:sp>
            <p:nvSpPr>
              <p:cNvPr id="1181" name="Google Shape;1181;p43"/>
              <p:cNvSpPr/>
              <p:nvPr/>
            </p:nvSpPr>
            <p:spPr>
              <a:xfrm flipH="1">
                <a:off x="704551" y="2022613"/>
                <a:ext cx="879475" cy="1439864"/>
              </a:xfrm>
              <a:custGeom>
                <a:rect b="b" l="l" r="r" t="t"/>
                <a:pathLst>
                  <a:path extrusionOk="0" h="602" w="368">
                    <a:moveTo>
                      <a:pt x="342" y="0"/>
                    </a:moveTo>
                    <a:cubicBezTo>
                      <a:pt x="26" y="0"/>
                      <a:pt x="26" y="0"/>
                      <a:pt x="26" y="0"/>
                    </a:cubicBezTo>
                    <a:cubicBezTo>
                      <a:pt x="12" y="0"/>
                      <a:pt x="0" y="14"/>
                      <a:pt x="0" y="28"/>
                    </a:cubicBezTo>
                    <a:cubicBezTo>
                      <a:pt x="0" y="563"/>
                      <a:pt x="0" y="563"/>
                      <a:pt x="0" y="563"/>
                    </a:cubicBezTo>
                    <a:cubicBezTo>
                      <a:pt x="0" y="577"/>
                      <a:pt x="12" y="589"/>
                      <a:pt x="26" y="589"/>
                    </a:cubicBezTo>
                    <a:cubicBezTo>
                      <a:pt x="310" y="589"/>
                      <a:pt x="310" y="589"/>
                      <a:pt x="310" y="589"/>
                    </a:cubicBezTo>
                    <a:cubicBezTo>
                      <a:pt x="310" y="592"/>
                      <a:pt x="313" y="596"/>
                      <a:pt x="315" y="598"/>
                    </a:cubicBezTo>
                    <a:cubicBezTo>
                      <a:pt x="318" y="600"/>
                      <a:pt x="322" y="602"/>
                      <a:pt x="326" y="602"/>
                    </a:cubicBezTo>
                    <a:cubicBezTo>
                      <a:pt x="327" y="602"/>
                      <a:pt x="327" y="602"/>
                      <a:pt x="327" y="602"/>
                    </a:cubicBezTo>
                    <a:cubicBezTo>
                      <a:pt x="328" y="602"/>
                      <a:pt x="328" y="602"/>
                      <a:pt x="328" y="602"/>
                    </a:cubicBezTo>
                    <a:cubicBezTo>
                      <a:pt x="328" y="601"/>
                      <a:pt x="328" y="601"/>
                      <a:pt x="328" y="601"/>
                    </a:cubicBezTo>
                    <a:cubicBezTo>
                      <a:pt x="326" y="597"/>
                      <a:pt x="326" y="593"/>
                      <a:pt x="326" y="589"/>
                    </a:cubicBezTo>
                    <a:cubicBezTo>
                      <a:pt x="342" y="589"/>
                      <a:pt x="342" y="589"/>
                      <a:pt x="342" y="589"/>
                    </a:cubicBezTo>
                    <a:cubicBezTo>
                      <a:pt x="356" y="589"/>
                      <a:pt x="368" y="577"/>
                      <a:pt x="368" y="563"/>
                    </a:cubicBezTo>
                    <a:cubicBezTo>
                      <a:pt x="368" y="25"/>
                      <a:pt x="368" y="25"/>
                      <a:pt x="368" y="25"/>
                    </a:cubicBezTo>
                    <a:cubicBezTo>
                      <a:pt x="368" y="11"/>
                      <a:pt x="356" y="0"/>
                      <a:pt x="342" y="0"/>
                    </a:cubicBezTo>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182" name="Google Shape;1182;p43"/>
              <p:cNvGrpSpPr/>
              <p:nvPr/>
            </p:nvGrpSpPr>
            <p:grpSpPr>
              <a:xfrm>
                <a:off x="839488" y="2182413"/>
                <a:ext cx="609600" cy="1117540"/>
                <a:chOff x="7453338" y="715125"/>
                <a:chExt cx="609600" cy="1117540"/>
              </a:xfrm>
            </p:grpSpPr>
            <p:cxnSp>
              <p:nvCxnSpPr>
                <p:cNvPr id="1183" name="Google Shape;1183;p43"/>
                <p:cNvCxnSpPr/>
                <p:nvPr/>
              </p:nvCxnSpPr>
              <p:spPr>
                <a:xfrm>
                  <a:off x="7453338" y="715125"/>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84" name="Google Shape;1184;p43"/>
                <p:cNvCxnSpPr/>
                <p:nvPr/>
              </p:nvCxnSpPr>
              <p:spPr>
                <a:xfrm>
                  <a:off x="7453338" y="81672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85" name="Google Shape;1185;p43"/>
                <p:cNvCxnSpPr/>
                <p:nvPr/>
              </p:nvCxnSpPr>
              <p:spPr>
                <a:xfrm>
                  <a:off x="7453338" y="918314"/>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86" name="Google Shape;1186;p43"/>
                <p:cNvCxnSpPr/>
                <p:nvPr/>
              </p:nvCxnSpPr>
              <p:spPr>
                <a:xfrm>
                  <a:off x="7453338" y="1019909"/>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87" name="Google Shape;1187;p43"/>
                <p:cNvCxnSpPr/>
                <p:nvPr/>
              </p:nvCxnSpPr>
              <p:spPr>
                <a:xfrm>
                  <a:off x="7453338" y="1121503"/>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88" name="Google Shape;1188;p43"/>
                <p:cNvCxnSpPr/>
                <p:nvPr/>
              </p:nvCxnSpPr>
              <p:spPr>
                <a:xfrm>
                  <a:off x="7453338" y="1223098"/>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89" name="Google Shape;1189;p43"/>
                <p:cNvCxnSpPr/>
                <p:nvPr/>
              </p:nvCxnSpPr>
              <p:spPr>
                <a:xfrm>
                  <a:off x="7453338" y="1324692"/>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90" name="Google Shape;1190;p43"/>
                <p:cNvCxnSpPr/>
                <p:nvPr/>
              </p:nvCxnSpPr>
              <p:spPr>
                <a:xfrm>
                  <a:off x="7453338" y="1426287"/>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91" name="Google Shape;1191;p43"/>
                <p:cNvCxnSpPr/>
                <p:nvPr/>
              </p:nvCxnSpPr>
              <p:spPr>
                <a:xfrm>
                  <a:off x="7453338" y="1527881"/>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92" name="Google Shape;1192;p43"/>
                <p:cNvCxnSpPr/>
                <p:nvPr/>
              </p:nvCxnSpPr>
              <p:spPr>
                <a:xfrm>
                  <a:off x="7453338" y="1629476"/>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93" name="Google Shape;1193;p43"/>
                <p:cNvCxnSpPr/>
                <p:nvPr/>
              </p:nvCxnSpPr>
              <p:spPr>
                <a:xfrm>
                  <a:off x="7453338" y="1731070"/>
                  <a:ext cx="609600" cy="0"/>
                </a:xfrm>
                <a:prstGeom prst="straightConnector1">
                  <a:avLst/>
                </a:prstGeom>
                <a:noFill/>
                <a:ln cap="flat" cmpd="sng" w="9525">
                  <a:solidFill>
                    <a:schemeClr val="dk1"/>
                  </a:solidFill>
                  <a:prstDash val="solid"/>
                  <a:round/>
                  <a:headEnd len="med" w="med" type="none"/>
                  <a:tailEnd len="med" w="med" type="none"/>
                </a:ln>
              </p:spPr>
            </p:cxnSp>
            <p:cxnSp>
              <p:nvCxnSpPr>
                <p:cNvPr id="1194" name="Google Shape;1194;p43"/>
                <p:cNvCxnSpPr/>
                <p:nvPr/>
              </p:nvCxnSpPr>
              <p:spPr>
                <a:xfrm>
                  <a:off x="7453338" y="1832665"/>
                  <a:ext cx="2802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195" name="Google Shape;1195;p43"/>
            <p:cNvGrpSpPr/>
            <p:nvPr/>
          </p:nvGrpSpPr>
          <p:grpSpPr>
            <a:xfrm>
              <a:off x="1386950" y="3987826"/>
              <a:ext cx="1544651" cy="315750"/>
              <a:chOff x="1386950" y="3823101"/>
              <a:chExt cx="1544651" cy="315750"/>
            </a:xfrm>
          </p:grpSpPr>
          <p:sp>
            <p:nvSpPr>
              <p:cNvPr id="1196" name="Google Shape;1196;p43"/>
              <p:cNvSpPr/>
              <p:nvPr/>
            </p:nvSpPr>
            <p:spPr>
              <a:xfrm>
                <a:off x="1386950" y="3823101"/>
                <a:ext cx="1544651" cy="315750"/>
              </a:xfrm>
              <a:custGeom>
                <a:rect b="b" l="l" r="r" t="t"/>
                <a:pathLst>
                  <a:path extrusionOk="0" h="104" w="646">
                    <a:moveTo>
                      <a:pt x="620" y="0"/>
                    </a:moveTo>
                    <a:cubicBezTo>
                      <a:pt x="26" y="0"/>
                      <a:pt x="26" y="0"/>
                      <a:pt x="26" y="0"/>
                    </a:cubicBezTo>
                    <a:cubicBezTo>
                      <a:pt x="12" y="0"/>
                      <a:pt x="0" y="11"/>
                      <a:pt x="0" y="25"/>
                    </a:cubicBezTo>
                    <a:cubicBezTo>
                      <a:pt x="0" y="66"/>
                      <a:pt x="0" y="66"/>
                      <a:pt x="0" y="66"/>
                    </a:cubicBezTo>
                    <a:cubicBezTo>
                      <a:pt x="0" y="80"/>
                      <a:pt x="12" y="91"/>
                      <a:pt x="26" y="91"/>
                    </a:cubicBezTo>
                    <a:cubicBezTo>
                      <a:pt x="588" y="91"/>
                      <a:pt x="588" y="91"/>
                      <a:pt x="588" y="91"/>
                    </a:cubicBezTo>
                    <a:cubicBezTo>
                      <a:pt x="589" y="95"/>
                      <a:pt x="591" y="98"/>
                      <a:pt x="594" y="100"/>
                    </a:cubicBezTo>
                    <a:cubicBezTo>
                      <a:pt x="597" y="103"/>
                      <a:pt x="601" y="104"/>
                      <a:pt x="604" y="104"/>
                    </a:cubicBezTo>
                    <a:cubicBezTo>
                      <a:pt x="605" y="104"/>
                      <a:pt x="605" y="104"/>
                      <a:pt x="606" y="104"/>
                    </a:cubicBezTo>
                    <a:cubicBezTo>
                      <a:pt x="606" y="104"/>
                      <a:pt x="606" y="104"/>
                      <a:pt x="606" y="104"/>
                    </a:cubicBezTo>
                    <a:cubicBezTo>
                      <a:pt x="606" y="103"/>
                      <a:pt x="606" y="103"/>
                      <a:pt x="606" y="103"/>
                    </a:cubicBezTo>
                    <a:cubicBezTo>
                      <a:pt x="604" y="99"/>
                      <a:pt x="604" y="95"/>
                      <a:pt x="604" y="91"/>
                    </a:cubicBezTo>
                    <a:cubicBezTo>
                      <a:pt x="620" y="91"/>
                      <a:pt x="620" y="91"/>
                      <a:pt x="620" y="91"/>
                    </a:cubicBezTo>
                    <a:cubicBezTo>
                      <a:pt x="634" y="91"/>
                      <a:pt x="646" y="80"/>
                      <a:pt x="646" y="66"/>
                    </a:cubicBezTo>
                    <a:cubicBezTo>
                      <a:pt x="646" y="25"/>
                      <a:pt x="646" y="25"/>
                      <a:pt x="646" y="25"/>
                    </a:cubicBezTo>
                    <a:cubicBezTo>
                      <a:pt x="646" y="11"/>
                      <a:pt x="634" y="0"/>
                      <a:pt x="620" y="0"/>
                    </a:cubicBezTo>
                  </a:path>
                </a:pathLst>
              </a:cu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97" name="Google Shape;1197;p43"/>
              <p:cNvGrpSpPr/>
              <p:nvPr/>
            </p:nvGrpSpPr>
            <p:grpSpPr>
              <a:xfrm>
                <a:off x="1485502" y="3909138"/>
                <a:ext cx="1369506" cy="102388"/>
                <a:chOff x="5848350" y="2772075"/>
                <a:chExt cx="1285800" cy="102388"/>
              </a:xfrm>
            </p:grpSpPr>
            <p:cxnSp>
              <p:nvCxnSpPr>
                <p:cNvPr id="1198" name="Google Shape;1198;p43"/>
                <p:cNvCxnSpPr/>
                <p:nvPr/>
              </p:nvCxnSpPr>
              <p:spPr>
                <a:xfrm>
                  <a:off x="5848350" y="2772075"/>
                  <a:ext cx="1285800" cy="0"/>
                </a:xfrm>
                <a:prstGeom prst="straightConnector1">
                  <a:avLst/>
                </a:prstGeom>
                <a:noFill/>
                <a:ln cap="flat" cmpd="sng" w="9525">
                  <a:solidFill>
                    <a:schemeClr val="dk2"/>
                  </a:solidFill>
                  <a:prstDash val="solid"/>
                  <a:round/>
                  <a:headEnd len="med" w="med" type="none"/>
                  <a:tailEnd len="med" w="med" type="none"/>
                </a:ln>
              </p:spPr>
            </p:cxnSp>
            <p:cxnSp>
              <p:nvCxnSpPr>
                <p:cNvPr id="1199" name="Google Shape;1199;p43"/>
                <p:cNvCxnSpPr/>
                <p:nvPr/>
              </p:nvCxnSpPr>
              <p:spPr>
                <a:xfrm>
                  <a:off x="5848350" y="2874463"/>
                  <a:ext cx="389700" cy="0"/>
                </a:xfrm>
                <a:prstGeom prst="straightConnector1">
                  <a:avLst/>
                </a:prstGeom>
                <a:noFill/>
                <a:ln cap="flat" cmpd="sng" w="9525">
                  <a:solidFill>
                    <a:schemeClr val="dk2"/>
                  </a:solidFill>
                  <a:prstDash val="solid"/>
                  <a:round/>
                  <a:headEnd len="med" w="med" type="none"/>
                  <a:tailEnd len="med" w="med" type="none"/>
                </a:ln>
              </p:spPr>
            </p:cxnSp>
          </p:grpSp>
        </p:grpSp>
        <p:grpSp>
          <p:nvGrpSpPr>
            <p:cNvPr id="1200" name="Google Shape;1200;p43"/>
            <p:cNvGrpSpPr/>
            <p:nvPr/>
          </p:nvGrpSpPr>
          <p:grpSpPr>
            <a:xfrm>
              <a:off x="2079875" y="3368426"/>
              <a:ext cx="877888" cy="469900"/>
              <a:chOff x="2079875" y="3121151"/>
              <a:chExt cx="877888" cy="469900"/>
            </a:xfrm>
          </p:grpSpPr>
          <p:sp>
            <p:nvSpPr>
              <p:cNvPr id="1201" name="Google Shape;1201;p43"/>
              <p:cNvSpPr/>
              <p:nvPr/>
            </p:nvSpPr>
            <p:spPr>
              <a:xfrm>
                <a:off x="2079875" y="3121150"/>
                <a:ext cx="877888" cy="469900"/>
              </a:xfrm>
              <a:custGeom>
                <a:rect b="b" l="l" r="r" t="t"/>
                <a:pathLst>
                  <a:path extrusionOk="0" h="197" w="367">
                    <a:moveTo>
                      <a:pt x="342" y="0"/>
                    </a:moveTo>
                    <a:cubicBezTo>
                      <a:pt x="26" y="0"/>
                      <a:pt x="26" y="0"/>
                      <a:pt x="26" y="0"/>
                    </a:cubicBezTo>
                    <a:cubicBezTo>
                      <a:pt x="12" y="0"/>
                      <a:pt x="0" y="14"/>
                      <a:pt x="0" y="28"/>
                    </a:cubicBezTo>
                    <a:cubicBezTo>
                      <a:pt x="0" y="158"/>
                      <a:pt x="0" y="158"/>
                      <a:pt x="0" y="158"/>
                    </a:cubicBezTo>
                    <a:cubicBezTo>
                      <a:pt x="0" y="172"/>
                      <a:pt x="12" y="184"/>
                      <a:pt x="26" y="184"/>
                    </a:cubicBezTo>
                    <a:cubicBezTo>
                      <a:pt x="309" y="184"/>
                      <a:pt x="309" y="184"/>
                      <a:pt x="309" y="184"/>
                    </a:cubicBezTo>
                    <a:cubicBezTo>
                      <a:pt x="310" y="187"/>
                      <a:pt x="312" y="191"/>
                      <a:pt x="315" y="193"/>
                    </a:cubicBezTo>
                    <a:cubicBezTo>
                      <a:pt x="318" y="196"/>
                      <a:pt x="322" y="197"/>
                      <a:pt x="326" y="197"/>
                    </a:cubicBezTo>
                    <a:cubicBezTo>
                      <a:pt x="326" y="197"/>
                      <a:pt x="327" y="197"/>
                      <a:pt x="327" y="197"/>
                    </a:cubicBezTo>
                    <a:cubicBezTo>
                      <a:pt x="328" y="197"/>
                      <a:pt x="328" y="197"/>
                      <a:pt x="328" y="197"/>
                    </a:cubicBezTo>
                    <a:cubicBezTo>
                      <a:pt x="328" y="196"/>
                      <a:pt x="328" y="196"/>
                      <a:pt x="328" y="196"/>
                    </a:cubicBezTo>
                    <a:cubicBezTo>
                      <a:pt x="326" y="192"/>
                      <a:pt x="325" y="188"/>
                      <a:pt x="326" y="184"/>
                    </a:cubicBezTo>
                    <a:cubicBezTo>
                      <a:pt x="342" y="184"/>
                      <a:pt x="342" y="184"/>
                      <a:pt x="342" y="184"/>
                    </a:cubicBezTo>
                    <a:cubicBezTo>
                      <a:pt x="356" y="184"/>
                      <a:pt x="367" y="172"/>
                      <a:pt x="367" y="158"/>
                    </a:cubicBezTo>
                    <a:cubicBezTo>
                      <a:pt x="367" y="25"/>
                      <a:pt x="367" y="25"/>
                      <a:pt x="367" y="25"/>
                    </a:cubicBezTo>
                    <a:cubicBezTo>
                      <a:pt x="367" y="11"/>
                      <a:pt x="356" y="0"/>
                      <a:pt x="342" y="0"/>
                    </a:cubicBezTo>
                  </a:path>
                </a:pathLst>
              </a:custGeom>
              <a:solidFill>
                <a:schemeClr val="dk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02" name="Google Shape;1202;p43"/>
              <p:cNvGrpSpPr/>
              <p:nvPr/>
            </p:nvGrpSpPr>
            <p:grpSpPr>
              <a:xfrm>
                <a:off x="2181689" y="3241906"/>
                <a:ext cx="674400" cy="203189"/>
                <a:chOff x="2181677" y="2165344"/>
                <a:chExt cx="674400" cy="203189"/>
              </a:xfrm>
            </p:grpSpPr>
            <p:cxnSp>
              <p:nvCxnSpPr>
                <p:cNvPr id="1203" name="Google Shape;1203;p43"/>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204" name="Google Shape;1204;p43"/>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205" name="Google Shape;1205;p43"/>
                <p:cNvCxnSpPr/>
                <p:nvPr/>
              </p:nvCxnSpPr>
              <p:spPr>
                <a:xfrm>
                  <a:off x="2181677" y="2368533"/>
                  <a:ext cx="6744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206" name="Google Shape;1206;p43"/>
            <p:cNvGrpSpPr/>
            <p:nvPr/>
          </p:nvGrpSpPr>
          <p:grpSpPr>
            <a:xfrm>
              <a:off x="1736425" y="2257167"/>
              <a:ext cx="1094925" cy="430550"/>
              <a:chOff x="1862850" y="1718717"/>
              <a:chExt cx="1094925" cy="430550"/>
            </a:xfrm>
          </p:grpSpPr>
          <p:sp>
            <p:nvSpPr>
              <p:cNvPr id="1207" name="Google Shape;1207;p43"/>
              <p:cNvSpPr/>
              <p:nvPr/>
            </p:nvSpPr>
            <p:spPr>
              <a:xfrm flipH="1">
                <a:off x="1862850" y="1718717"/>
                <a:ext cx="1094925" cy="430550"/>
              </a:xfrm>
              <a:custGeom>
                <a:rect b="b" l="l" r="r" t="t"/>
                <a:pathLst>
                  <a:path extrusionOk="0" h="131" w="333">
                    <a:moveTo>
                      <a:pt x="309" y="0"/>
                    </a:moveTo>
                    <a:cubicBezTo>
                      <a:pt x="23" y="0"/>
                      <a:pt x="23" y="0"/>
                      <a:pt x="23" y="0"/>
                    </a:cubicBezTo>
                    <a:cubicBezTo>
                      <a:pt x="10" y="0"/>
                      <a:pt x="0" y="11"/>
                      <a:pt x="0" y="23"/>
                    </a:cubicBezTo>
                    <a:cubicBezTo>
                      <a:pt x="0" y="95"/>
                      <a:pt x="0" y="95"/>
                      <a:pt x="0" y="95"/>
                    </a:cubicBezTo>
                    <a:cubicBezTo>
                      <a:pt x="0" y="108"/>
                      <a:pt x="10" y="118"/>
                      <a:pt x="23" y="118"/>
                    </a:cubicBezTo>
                    <a:cubicBezTo>
                      <a:pt x="34" y="118"/>
                      <a:pt x="34" y="118"/>
                      <a:pt x="34" y="118"/>
                    </a:cubicBezTo>
                    <a:cubicBezTo>
                      <a:pt x="34" y="122"/>
                      <a:pt x="34" y="126"/>
                      <a:pt x="32" y="130"/>
                    </a:cubicBezTo>
                    <a:cubicBezTo>
                      <a:pt x="32" y="131"/>
                      <a:pt x="32" y="131"/>
                      <a:pt x="32" y="131"/>
                    </a:cubicBezTo>
                    <a:cubicBezTo>
                      <a:pt x="32" y="131"/>
                      <a:pt x="32" y="131"/>
                      <a:pt x="32" y="131"/>
                    </a:cubicBezTo>
                    <a:cubicBezTo>
                      <a:pt x="33" y="131"/>
                      <a:pt x="33" y="131"/>
                      <a:pt x="34" y="131"/>
                    </a:cubicBezTo>
                    <a:cubicBezTo>
                      <a:pt x="37" y="131"/>
                      <a:pt x="41" y="130"/>
                      <a:pt x="44" y="127"/>
                    </a:cubicBezTo>
                    <a:cubicBezTo>
                      <a:pt x="47" y="125"/>
                      <a:pt x="49" y="122"/>
                      <a:pt x="50" y="118"/>
                    </a:cubicBezTo>
                    <a:cubicBezTo>
                      <a:pt x="309" y="118"/>
                      <a:pt x="309" y="118"/>
                      <a:pt x="309" y="118"/>
                    </a:cubicBezTo>
                    <a:cubicBezTo>
                      <a:pt x="322" y="118"/>
                      <a:pt x="333" y="108"/>
                      <a:pt x="333" y="95"/>
                    </a:cubicBezTo>
                    <a:cubicBezTo>
                      <a:pt x="333" y="23"/>
                      <a:pt x="333" y="23"/>
                      <a:pt x="333" y="23"/>
                    </a:cubicBezTo>
                    <a:cubicBezTo>
                      <a:pt x="333" y="11"/>
                      <a:pt x="322" y="0"/>
                      <a:pt x="309" y="0"/>
                    </a:cubicBezTo>
                  </a:path>
                </a:pathLst>
              </a:custGeom>
              <a:solidFill>
                <a:schemeClr val="lt2"/>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800">
                  <a:latin typeface="Calibri"/>
                  <a:ea typeface="Calibri"/>
                  <a:cs typeface="Calibri"/>
                  <a:sym typeface="Calibri"/>
                </a:endParaRPr>
              </a:p>
            </p:txBody>
          </p:sp>
          <p:grpSp>
            <p:nvGrpSpPr>
              <p:cNvPr id="1208" name="Google Shape;1208;p43"/>
              <p:cNvGrpSpPr/>
              <p:nvPr/>
            </p:nvGrpSpPr>
            <p:grpSpPr>
              <a:xfrm>
                <a:off x="1978095" y="1808221"/>
                <a:ext cx="877866" cy="203169"/>
                <a:chOff x="2181677" y="2165344"/>
                <a:chExt cx="674400" cy="203189"/>
              </a:xfrm>
            </p:grpSpPr>
            <p:cxnSp>
              <p:nvCxnSpPr>
                <p:cNvPr id="1209" name="Google Shape;1209;p43"/>
                <p:cNvCxnSpPr/>
                <p:nvPr/>
              </p:nvCxnSpPr>
              <p:spPr>
                <a:xfrm>
                  <a:off x="2181677" y="2165344"/>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210" name="Google Shape;1210;p43"/>
                <p:cNvCxnSpPr/>
                <p:nvPr/>
              </p:nvCxnSpPr>
              <p:spPr>
                <a:xfrm>
                  <a:off x="2181677" y="2266938"/>
                  <a:ext cx="674400" cy="0"/>
                </a:xfrm>
                <a:prstGeom prst="straightConnector1">
                  <a:avLst/>
                </a:prstGeom>
                <a:noFill/>
                <a:ln cap="flat" cmpd="sng" w="9525">
                  <a:solidFill>
                    <a:schemeClr val="dk1"/>
                  </a:solidFill>
                  <a:prstDash val="solid"/>
                  <a:round/>
                  <a:headEnd len="med" w="med" type="none"/>
                  <a:tailEnd len="med" w="med" type="none"/>
                </a:ln>
              </p:spPr>
            </p:cxnSp>
            <p:cxnSp>
              <p:nvCxnSpPr>
                <p:cNvPr id="1211" name="Google Shape;1211;p43"/>
                <p:cNvCxnSpPr/>
                <p:nvPr/>
              </p:nvCxnSpPr>
              <p:spPr>
                <a:xfrm>
                  <a:off x="2181677" y="2368533"/>
                  <a:ext cx="205200" cy="0"/>
                </a:xfrm>
                <a:prstGeom prst="straightConnector1">
                  <a:avLst/>
                </a:prstGeom>
                <a:noFill/>
                <a:ln cap="flat" cmpd="sng" w="9525">
                  <a:solidFill>
                    <a:schemeClr val="dk1"/>
                  </a:solidFill>
                  <a:prstDash val="solid"/>
                  <a:round/>
                  <a:headEnd len="med" w="med" type="none"/>
                  <a:tailEnd len="med" w="med" type="none"/>
                </a:ln>
              </p:spPr>
            </p:cxnSp>
          </p:grpSp>
        </p:grpSp>
      </p:grpSp>
      <p:cxnSp>
        <p:nvCxnSpPr>
          <p:cNvPr id="1212" name="Google Shape;1212;p43"/>
          <p:cNvCxnSpPr/>
          <p:nvPr/>
        </p:nvCxnSpPr>
        <p:spPr>
          <a:xfrm>
            <a:off x="4166225" y="2735075"/>
            <a:ext cx="4644900" cy="0"/>
          </a:xfrm>
          <a:prstGeom prst="straightConnector1">
            <a:avLst/>
          </a:prstGeom>
          <a:noFill/>
          <a:ln cap="flat" cmpd="sng" w="9525">
            <a:solidFill>
              <a:schemeClr val="dk1"/>
            </a:solidFill>
            <a:prstDash val="solid"/>
            <a:round/>
            <a:headEnd len="med" w="med" type="none"/>
            <a:tailEnd len="med" w="med" type="none"/>
          </a:ln>
        </p:spPr>
      </p:cxnSp>
      <p:cxnSp>
        <p:nvCxnSpPr>
          <p:cNvPr id="1213" name="Google Shape;1213;p43"/>
          <p:cNvCxnSpPr/>
          <p:nvPr/>
        </p:nvCxnSpPr>
        <p:spPr>
          <a:xfrm>
            <a:off x="4187625" y="3700850"/>
            <a:ext cx="46449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44"/>
          <p:cNvSpPr txBox="1"/>
          <p:nvPr>
            <p:ph type="title"/>
          </p:nvPr>
        </p:nvSpPr>
        <p:spPr>
          <a:xfrm>
            <a:off x="720000" y="445025"/>
            <a:ext cx="785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My Focus - Improving User Experience</a:t>
            </a:r>
            <a:endParaRPr/>
          </a:p>
        </p:txBody>
      </p:sp>
      <p:sp>
        <p:nvSpPr>
          <p:cNvPr id="1219" name="Google Shape;1219;p44"/>
          <p:cNvSpPr txBox="1"/>
          <p:nvPr>
            <p:ph idx="1" type="body"/>
          </p:nvPr>
        </p:nvSpPr>
        <p:spPr>
          <a:xfrm>
            <a:off x="720000" y="1292775"/>
            <a:ext cx="7704000" cy="25944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Develop a chatbot that can process spoken input using </a:t>
            </a:r>
            <a:r>
              <a:rPr b="1" lang="en" sz="1400"/>
              <a:t>Speech-to-Text</a:t>
            </a:r>
            <a:endParaRPr b="1" sz="1400"/>
          </a:p>
          <a:p>
            <a:pPr indent="0" lvl="0" marL="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Font typeface="Barlow"/>
              <a:buChar char="●"/>
            </a:pPr>
            <a:r>
              <a:rPr lang="en" sz="1400"/>
              <a:t>Implement </a:t>
            </a:r>
            <a:r>
              <a:rPr b="1" lang="en" sz="1400"/>
              <a:t>conversation history</a:t>
            </a:r>
            <a:r>
              <a:rPr lang="en" sz="1400"/>
              <a:t> tracking to enhance contextual understanding</a:t>
            </a:r>
            <a:endParaRPr sz="1400"/>
          </a:p>
          <a:p>
            <a:pPr indent="0" lvl="0" marL="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Font typeface="Barlow"/>
              <a:buChar char="●"/>
            </a:pPr>
            <a:r>
              <a:rPr lang="en" sz="1400"/>
              <a:t>Support multiple users with </a:t>
            </a:r>
            <a:r>
              <a:rPr b="1" lang="en" sz="1400"/>
              <a:t>individualized data storage</a:t>
            </a:r>
            <a:endParaRPr b="1" sz="1400"/>
          </a:p>
          <a:p>
            <a:pPr indent="0" lvl="0" marL="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Font typeface="Barlow"/>
              <a:buChar char="●"/>
            </a:pPr>
            <a:r>
              <a:rPr lang="en" sz="1400"/>
              <a:t>Enhance </a:t>
            </a:r>
            <a:r>
              <a:rPr b="1" lang="en" sz="1400"/>
              <a:t>secure user registration</a:t>
            </a:r>
            <a:r>
              <a:rPr lang="en" sz="1400"/>
              <a:t> based on the allowed email list</a:t>
            </a:r>
            <a:endParaRPr sz="1400"/>
          </a:p>
          <a:p>
            <a:pPr indent="0" lvl="0" marL="0" rtl="0" algn="l">
              <a:lnSpc>
                <a:spcPct val="115000"/>
              </a:lnSpc>
              <a:spcBef>
                <a:spcPts val="0"/>
              </a:spcBef>
              <a:spcAft>
                <a:spcPts val="0"/>
              </a:spcAft>
              <a:buNone/>
            </a:pPr>
            <a:r>
              <a:t/>
            </a:r>
            <a:endParaRPr sz="1400"/>
          </a:p>
          <a:p>
            <a:pPr indent="-317500" lvl="0" marL="457200" rtl="0" algn="l">
              <a:lnSpc>
                <a:spcPct val="115000"/>
              </a:lnSpc>
              <a:spcBef>
                <a:spcPts val="0"/>
              </a:spcBef>
              <a:spcAft>
                <a:spcPts val="0"/>
              </a:spcAft>
              <a:buSzPts val="1400"/>
              <a:buFont typeface="Barlow"/>
              <a:buChar char="●"/>
            </a:pPr>
            <a:r>
              <a:rPr lang="en" sz="1400"/>
              <a:t>Evaluate and select appropriate tools and models for </a:t>
            </a:r>
            <a:r>
              <a:rPr b="1" lang="en" sz="1400"/>
              <a:t>performance and scalability</a:t>
            </a:r>
            <a:endParaRPr b="1" sz="1400"/>
          </a:p>
          <a:p>
            <a:pPr indent="0" lvl="0" marL="0" rtl="0" algn="l">
              <a:spcBef>
                <a:spcPts val="0"/>
              </a:spcBef>
              <a:spcAft>
                <a:spcPts val="0"/>
              </a:spcAft>
              <a:buNone/>
            </a:pPr>
            <a:r>
              <a:t/>
            </a:r>
            <a:endParaRPr b="1" sz="1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23" name="Shape 1223"/>
        <p:cNvGrpSpPr/>
        <p:nvPr/>
      </p:nvGrpSpPr>
      <p:grpSpPr>
        <a:xfrm>
          <a:off x="0" y="0"/>
          <a:ext cx="0" cy="0"/>
          <a:chOff x="0" y="0"/>
          <a:chExt cx="0" cy="0"/>
        </a:xfrm>
      </p:grpSpPr>
      <p:sp>
        <p:nvSpPr>
          <p:cNvPr id="1224" name="Google Shape;1224;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id="1225" name="Google Shape;1225;p45"/>
          <p:cNvSpPr/>
          <p:nvPr/>
        </p:nvSpPr>
        <p:spPr>
          <a:xfrm>
            <a:off x="754650" y="1425600"/>
            <a:ext cx="1107900" cy="1053900"/>
          </a:xfrm>
          <a:prstGeom prst="ellipse">
            <a:avLst/>
          </a:prstGeom>
          <a:solidFill>
            <a:schemeClr val="lt2"/>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226" name="Google Shape;1226;p45"/>
          <p:cNvSpPr txBox="1"/>
          <p:nvPr/>
        </p:nvSpPr>
        <p:spPr>
          <a:xfrm>
            <a:off x="969895" y="1761142"/>
            <a:ext cx="67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4"/>
                </a:solidFill>
                <a:latin typeface="Barlow"/>
                <a:ea typeface="Barlow"/>
                <a:cs typeface="Barlow"/>
                <a:sym typeface="Barlow"/>
              </a:rPr>
              <a:t>Wk 3</a:t>
            </a:r>
            <a:endParaRPr b="1" sz="1700">
              <a:solidFill>
                <a:schemeClr val="accent4"/>
              </a:solidFill>
              <a:latin typeface="Barlow"/>
              <a:ea typeface="Barlow"/>
              <a:cs typeface="Barlow"/>
              <a:sym typeface="Barlow"/>
            </a:endParaRPr>
          </a:p>
        </p:txBody>
      </p:sp>
      <p:sp>
        <p:nvSpPr>
          <p:cNvPr id="1227" name="Google Shape;1227;p45"/>
          <p:cNvSpPr/>
          <p:nvPr/>
        </p:nvSpPr>
        <p:spPr>
          <a:xfrm>
            <a:off x="2997750" y="1425600"/>
            <a:ext cx="1107900" cy="1053900"/>
          </a:xfrm>
          <a:prstGeom prst="ellipse">
            <a:avLst/>
          </a:prstGeom>
          <a:solidFill>
            <a:schemeClr val="lt2"/>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228" name="Google Shape;1228;p45"/>
          <p:cNvSpPr/>
          <p:nvPr/>
        </p:nvSpPr>
        <p:spPr>
          <a:xfrm>
            <a:off x="5229450" y="1425600"/>
            <a:ext cx="1107900" cy="1053900"/>
          </a:xfrm>
          <a:prstGeom prst="ellipse">
            <a:avLst/>
          </a:prstGeom>
          <a:solidFill>
            <a:schemeClr val="lt2"/>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229" name="Google Shape;1229;p45"/>
          <p:cNvSpPr/>
          <p:nvPr/>
        </p:nvSpPr>
        <p:spPr>
          <a:xfrm>
            <a:off x="7438350" y="1407000"/>
            <a:ext cx="1107900" cy="1053900"/>
          </a:xfrm>
          <a:prstGeom prst="ellipse">
            <a:avLst/>
          </a:prstGeom>
          <a:solidFill>
            <a:schemeClr val="lt2"/>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a:ea typeface="Barlow"/>
              <a:cs typeface="Barlow"/>
              <a:sym typeface="Barlow"/>
            </a:endParaRPr>
          </a:p>
        </p:txBody>
      </p:sp>
      <p:sp>
        <p:nvSpPr>
          <p:cNvPr id="1230" name="Google Shape;1230;p45"/>
          <p:cNvSpPr txBox="1"/>
          <p:nvPr/>
        </p:nvSpPr>
        <p:spPr>
          <a:xfrm>
            <a:off x="3212995" y="1753492"/>
            <a:ext cx="67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4"/>
                </a:solidFill>
                <a:latin typeface="Barlow"/>
                <a:ea typeface="Barlow"/>
                <a:cs typeface="Barlow"/>
                <a:sym typeface="Barlow"/>
              </a:rPr>
              <a:t>Wk 6</a:t>
            </a:r>
            <a:endParaRPr b="1" sz="1700">
              <a:solidFill>
                <a:schemeClr val="accent4"/>
              </a:solidFill>
              <a:latin typeface="Barlow"/>
              <a:ea typeface="Barlow"/>
              <a:cs typeface="Barlow"/>
              <a:sym typeface="Barlow"/>
            </a:endParaRPr>
          </a:p>
        </p:txBody>
      </p:sp>
      <p:sp>
        <p:nvSpPr>
          <p:cNvPr id="1231" name="Google Shape;1231;p45"/>
          <p:cNvSpPr txBox="1"/>
          <p:nvPr/>
        </p:nvSpPr>
        <p:spPr>
          <a:xfrm>
            <a:off x="5456095" y="1753492"/>
            <a:ext cx="677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4"/>
                </a:solidFill>
                <a:latin typeface="Barlow"/>
                <a:ea typeface="Barlow"/>
                <a:cs typeface="Barlow"/>
                <a:sym typeface="Barlow"/>
              </a:rPr>
              <a:t>Wk 9</a:t>
            </a:r>
            <a:endParaRPr b="1" sz="1700">
              <a:solidFill>
                <a:schemeClr val="accent4"/>
              </a:solidFill>
              <a:latin typeface="Barlow"/>
              <a:ea typeface="Barlow"/>
              <a:cs typeface="Barlow"/>
              <a:sym typeface="Barlow"/>
            </a:endParaRPr>
          </a:p>
        </p:txBody>
      </p:sp>
      <p:sp>
        <p:nvSpPr>
          <p:cNvPr id="1232" name="Google Shape;1232;p45"/>
          <p:cNvSpPr txBox="1"/>
          <p:nvPr/>
        </p:nvSpPr>
        <p:spPr>
          <a:xfrm>
            <a:off x="7653600" y="1729350"/>
            <a:ext cx="748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4"/>
                </a:solidFill>
                <a:latin typeface="Barlow"/>
                <a:ea typeface="Barlow"/>
                <a:cs typeface="Barlow"/>
                <a:sym typeface="Barlow"/>
              </a:rPr>
              <a:t>Wk 12</a:t>
            </a:r>
            <a:endParaRPr b="1" sz="1700">
              <a:solidFill>
                <a:schemeClr val="accent4"/>
              </a:solidFill>
              <a:latin typeface="Barlow"/>
              <a:ea typeface="Barlow"/>
              <a:cs typeface="Barlow"/>
              <a:sym typeface="Barlow"/>
            </a:endParaRPr>
          </a:p>
        </p:txBody>
      </p:sp>
      <p:cxnSp>
        <p:nvCxnSpPr>
          <p:cNvPr id="1233" name="Google Shape;1233;p45"/>
          <p:cNvCxnSpPr/>
          <p:nvPr/>
        </p:nvCxnSpPr>
        <p:spPr>
          <a:xfrm>
            <a:off x="2108400" y="1983575"/>
            <a:ext cx="643500" cy="11700"/>
          </a:xfrm>
          <a:prstGeom prst="straightConnector1">
            <a:avLst/>
          </a:prstGeom>
          <a:noFill/>
          <a:ln cap="flat" cmpd="sng" w="28575">
            <a:solidFill>
              <a:schemeClr val="lt2"/>
            </a:solidFill>
            <a:prstDash val="solid"/>
            <a:round/>
            <a:headEnd len="med" w="med" type="none"/>
            <a:tailEnd len="med" w="med" type="none"/>
          </a:ln>
        </p:spPr>
      </p:cxnSp>
      <p:cxnSp>
        <p:nvCxnSpPr>
          <p:cNvPr id="1234" name="Google Shape;1234;p45"/>
          <p:cNvCxnSpPr/>
          <p:nvPr/>
        </p:nvCxnSpPr>
        <p:spPr>
          <a:xfrm>
            <a:off x="4351500" y="1978500"/>
            <a:ext cx="643500" cy="11700"/>
          </a:xfrm>
          <a:prstGeom prst="straightConnector1">
            <a:avLst/>
          </a:prstGeom>
          <a:noFill/>
          <a:ln cap="flat" cmpd="sng" w="28575">
            <a:solidFill>
              <a:schemeClr val="lt2"/>
            </a:solidFill>
            <a:prstDash val="solid"/>
            <a:round/>
            <a:headEnd len="med" w="med" type="none"/>
            <a:tailEnd len="med" w="med" type="none"/>
          </a:ln>
        </p:spPr>
      </p:cxnSp>
      <p:cxnSp>
        <p:nvCxnSpPr>
          <p:cNvPr id="1235" name="Google Shape;1235;p45"/>
          <p:cNvCxnSpPr/>
          <p:nvPr/>
        </p:nvCxnSpPr>
        <p:spPr>
          <a:xfrm>
            <a:off x="6571800" y="1983575"/>
            <a:ext cx="643500" cy="11700"/>
          </a:xfrm>
          <a:prstGeom prst="straightConnector1">
            <a:avLst/>
          </a:prstGeom>
          <a:noFill/>
          <a:ln cap="flat" cmpd="sng" w="28575">
            <a:solidFill>
              <a:schemeClr val="lt2"/>
            </a:solidFill>
            <a:prstDash val="solid"/>
            <a:round/>
            <a:headEnd len="med" w="med" type="none"/>
            <a:tailEnd len="med" w="med" type="none"/>
          </a:ln>
        </p:spPr>
      </p:cxnSp>
      <p:sp>
        <p:nvSpPr>
          <p:cNvPr id="1236" name="Google Shape;1236;p45"/>
          <p:cNvSpPr txBox="1"/>
          <p:nvPr/>
        </p:nvSpPr>
        <p:spPr>
          <a:xfrm>
            <a:off x="7022550" y="3300600"/>
            <a:ext cx="1939500" cy="7389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Final Report</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Final Presentation Slides</a:t>
            </a:r>
            <a:endParaRPr sz="1200">
              <a:solidFill>
                <a:srgbClr val="191919"/>
              </a:solidFill>
              <a:latin typeface="Barlow"/>
              <a:ea typeface="Barlow"/>
              <a:cs typeface="Barlow"/>
              <a:sym typeface="Barlow"/>
            </a:endParaRPr>
          </a:p>
        </p:txBody>
      </p:sp>
      <p:sp>
        <p:nvSpPr>
          <p:cNvPr id="1237" name="Google Shape;1237;p45"/>
          <p:cNvSpPr txBox="1"/>
          <p:nvPr/>
        </p:nvSpPr>
        <p:spPr>
          <a:xfrm>
            <a:off x="898800" y="2634450"/>
            <a:ext cx="81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Barlow"/>
                <a:ea typeface="Barlow"/>
                <a:cs typeface="Barlow"/>
                <a:sym typeface="Barlow"/>
              </a:rPr>
              <a:t>Sprint 1</a:t>
            </a:r>
            <a:endParaRPr b="1">
              <a:solidFill>
                <a:schemeClr val="dk1"/>
              </a:solidFill>
              <a:latin typeface="Barlow"/>
              <a:ea typeface="Barlow"/>
              <a:cs typeface="Barlow"/>
              <a:sym typeface="Barlow"/>
            </a:endParaRPr>
          </a:p>
        </p:txBody>
      </p:sp>
      <p:sp>
        <p:nvSpPr>
          <p:cNvPr id="1238" name="Google Shape;1238;p45"/>
          <p:cNvSpPr txBox="1"/>
          <p:nvPr/>
        </p:nvSpPr>
        <p:spPr>
          <a:xfrm>
            <a:off x="3141900" y="2634450"/>
            <a:ext cx="81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Barlow"/>
                <a:ea typeface="Barlow"/>
                <a:cs typeface="Barlow"/>
                <a:sym typeface="Barlow"/>
              </a:rPr>
              <a:t>Sprint 2</a:t>
            </a:r>
            <a:endParaRPr/>
          </a:p>
        </p:txBody>
      </p:sp>
      <p:sp>
        <p:nvSpPr>
          <p:cNvPr id="1239" name="Google Shape;1239;p45"/>
          <p:cNvSpPr txBox="1"/>
          <p:nvPr/>
        </p:nvSpPr>
        <p:spPr>
          <a:xfrm>
            <a:off x="5385000" y="2634450"/>
            <a:ext cx="81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Barlow"/>
                <a:ea typeface="Barlow"/>
                <a:cs typeface="Barlow"/>
                <a:sym typeface="Barlow"/>
              </a:rPr>
              <a:t>Sprint 3</a:t>
            </a:r>
            <a:endParaRPr/>
          </a:p>
        </p:txBody>
      </p:sp>
      <p:sp>
        <p:nvSpPr>
          <p:cNvPr id="1240" name="Google Shape;1240;p45"/>
          <p:cNvSpPr txBox="1"/>
          <p:nvPr/>
        </p:nvSpPr>
        <p:spPr>
          <a:xfrm>
            <a:off x="7628100" y="2634450"/>
            <a:ext cx="81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Barlow"/>
                <a:ea typeface="Barlow"/>
                <a:cs typeface="Barlow"/>
                <a:sym typeface="Barlow"/>
              </a:rPr>
              <a:t>Sprint 4</a:t>
            </a:r>
            <a:endParaRPr/>
          </a:p>
        </p:txBody>
      </p:sp>
      <p:sp>
        <p:nvSpPr>
          <p:cNvPr id="1241" name="Google Shape;1241;p45"/>
          <p:cNvSpPr txBox="1"/>
          <p:nvPr/>
        </p:nvSpPr>
        <p:spPr>
          <a:xfrm>
            <a:off x="103500" y="3300600"/>
            <a:ext cx="2410200" cy="7389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Project Understanding</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Evaluate Previous UI</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Completed 1st Prototype</a:t>
            </a:r>
            <a:endParaRPr sz="1200">
              <a:solidFill>
                <a:srgbClr val="191919"/>
              </a:solidFill>
              <a:latin typeface="Barlow"/>
              <a:ea typeface="Barlow"/>
              <a:cs typeface="Barlow"/>
              <a:sym typeface="Barlow"/>
            </a:endParaRPr>
          </a:p>
        </p:txBody>
      </p:sp>
      <p:sp>
        <p:nvSpPr>
          <p:cNvPr id="1242" name="Google Shape;1242;p45"/>
          <p:cNvSpPr txBox="1"/>
          <p:nvPr/>
        </p:nvSpPr>
        <p:spPr>
          <a:xfrm>
            <a:off x="4572000" y="3300600"/>
            <a:ext cx="2572800" cy="12930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Improve the UI</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Redoing the conversation history using Flask</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Testing the accuracy</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Integration with Bryan’s Part </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Handle multiple users</a:t>
            </a:r>
            <a:endParaRPr sz="1200">
              <a:solidFill>
                <a:srgbClr val="191919"/>
              </a:solidFill>
              <a:latin typeface="Barlow"/>
              <a:ea typeface="Barlow"/>
              <a:cs typeface="Barlow"/>
              <a:sym typeface="Barlow"/>
            </a:endParaRPr>
          </a:p>
        </p:txBody>
      </p:sp>
      <p:sp>
        <p:nvSpPr>
          <p:cNvPr id="1243" name="Google Shape;1243;p45"/>
          <p:cNvSpPr txBox="1"/>
          <p:nvPr/>
        </p:nvSpPr>
        <p:spPr>
          <a:xfrm>
            <a:off x="2261000" y="3300600"/>
            <a:ext cx="24726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Compare vector databases</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Speech-to-text Function</a:t>
            </a:r>
            <a:endParaRPr sz="1200">
              <a:solidFill>
                <a:srgbClr val="191919"/>
              </a:solidFill>
              <a:latin typeface="Barlow"/>
              <a:ea typeface="Barlow"/>
              <a:cs typeface="Barlow"/>
              <a:sym typeface="Barlow"/>
            </a:endParaRPr>
          </a:p>
          <a:p>
            <a:pPr indent="-304800" lvl="0" marL="457200" rtl="0" algn="l">
              <a:spcBef>
                <a:spcPts val="0"/>
              </a:spcBef>
              <a:spcAft>
                <a:spcPts val="0"/>
              </a:spcAft>
              <a:buClr>
                <a:srgbClr val="191919"/>
              </a:buClr>
              <a:buSzPts val="1200"/>
              <a:buFont typeface="Barlow"/>
              <a:buChar char="●"/>
            </a:pPr>
            <a:r>
              <a:rPr lang="en" sz="1200">
                <a:solidFill>
                  <a:srgbClr val="191919"/>
                </a:solidFill>
                <a:latin typeface="Barlow"/>
                <a:ea typeface="Barlow"/>
                <a:cs typeface="Barlow"/>
                <a:sym typeface="Barlow"/>
              </a:rPr>
              <a:t>Testing the accuracy of the Speech-to-text function</a:t>
            </a:r>
            <a:endParaRPr sz="1200">
              <a:solidFill>
                <a:srgbClr val="191919"/>
              </a:solidFill>
              <a:latin typeface="Barlow"/>
              <a:ea typeface="Barlow"/>
              <a:cs typeface="Barlow"/>
              <a:sym typeface="Barlo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the Right Vector Database</a:t>
            </a:r>
            <a:endParaRPr/>
          </a:p>
        </p:txBody>
      </p:sp>
      <p:graphicFrame>
        <p:nvGraphicFramePr>
          <p:cNvPr id="1249" name="Google Shape;1249;p46"/>
          <p:cNvGraphicFramePr/>
          <p:nvPr/>
        </p:nvGraphicFramePr>
        <p:xfrm>
          <a:off x="304800" y="304800"/>
          <a:ext cx="3000000" cy="3000000"/>
        </p:xfrm>
        <a:graphic>
          <a:graphicData uri="http://schemas.openxmlformats.org/drawingml/2006/table">
            <a:tbl>
              <a:tblPr>
                <a:noFill/>
                <a:tableStyleId>{9B8C7076-32A7-4B73-9495-8D9C61B499E5}</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250" name="Google Shape;1250;p46"/>
          <p:cNvSpPr txBox="1"/>
          <p:nvPr/>
        </p:nvSpPr>
        <p:spPr>
          <a:xfrm>
            <a:off x="3601500" y="4228125"/>
            <a:ext cx="194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Barlow"/>
                <a:ea typeface="Barlow"/>
                <a:cs typeface="Barlow"/>
                <a:sym typeface="Barlow"/>
              </a:rPr>
              <a:t>Chosen: </a:t>
            </a:r>
            <a:r>
              <a:rPr b="1" lang="en" sz="1600">
                <a:solidFill>
                  <a:schemeClr val="dk1"/>
                </a:solidFill>
                <a:highlight>
                  <a:srgbClr val="FFFF00"/>
                </a:highlight>
                <a:latin typeface="Barlow"/>
                <a:ea typeface="Barlow"/>
                <a:cs typeface="Barlow"/>
                <a:sym typeface="Barlow"/>
              </a:rPr>
              <a:t>ChromaDB</a:t>
            </a:r>
            <a:endParaRPr b="1" sz="1600">
              <a:solidFill>
                <a:schemeClr val="dk1"/>
              </a:solidFill>
              <a:highlight>
                <a:srgbClr val="FFFF00"/>
              </a:highlight>
              <a:latin typeface="Barlow"/>
              <a:ea typeface="Barlow"/>
              <a:cs typeface="Barlow"/>
              <a:sym typeface="Barlow"/>
            </a:endParaRPr>
          </a:p>
        </p:txBody>
      </p:sp>
      <p:graphicFrame>
        <p:nvGraphicFramePr>
          <p:cNvPr id="1251" name="Google Shape;1251;p46"/>
          <p:cNvGraphicFramePr/>
          <p:nvPr/>
        </p:nvGraphicFramePr>
        <p:xfrm>
          <a:off x="903050" y="1169800"/>
          <a:ext cx="3000000" cy="3000000"/>
        </p:xfrm>
        <a:graphic>
          <a:graphicData uri="http://schemas.openxmlformats.org/drawingml/2006/table">
            <a:tbl>
              <a:tblPr>
                <a:noFill/>
                <a:tableStyleId>{6981173B-0FA7-4889-ABE8-AFA215AF2FC6}</a:tableStyleId>
              </a:tblPr>
              <a:tblGrid>
                <a:gridCol w="1463575"/>
                <a:gridCol w="2809475"/>
                <a:gridCol w="2965950"/>
              </a:tblGrid>
              <a:tr h="381000">
                <a:tc>
                  <a:txBody>
                    <a:bodyPr/>
                    <a:lstStyle/>
                    <a:p>
                      <a:pPr indent="0" lvl="0" marL="0" rtl="0" algn="ctr">
                        <a:spcBef>
                          <a:spcPts val="0"/>
                        </a:spcBef>
                        <a:spcAft>
                          <a:spcPts val="0"/>
                        </a:spcAft>
                        <a:buNone/>
                      </a:pPr>
                      <a:r>
                        <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a:solidFill>
                            <a:schemeClr val="dk1"/>
                          </a:solidFill>
                          <a:latin typeface="Barlow"/>
                          <a:ea typeface="Barlow"/>
                          <a:cs typeface="Barlow"/>
                          <a:sym typeface="Barlow"/>
                        </a:rPr>
                        <a:t>ChromaDB (used in V1.0)</a:t>
                      </a:r>
                      <a:endParaRPr b="1">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a:solidFill>
                            <a:schemeClr val="dk1"/>
                          </a:solidFill>
                          <a:latin typeface="Barlow"/>
                          <a:ea typeface="Barlow"/>
                          <a:cs typeface="Barlow"/>
                          <a:sym typeface="Barlow"/>
                        </a:rPr>
                        <a:t>PostgreSQL (used in V2.0)</a:t>
                      </a:r>
                      <a:endParaRPr b="1">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b="1" lang="en">
                          <a:solidFill>
                            <a:schemeClr val="dk1"/>
                          </a:solidFill>
                          <a:latin typeface="Barlow"/>
                          <a:ea typeface="Barlow"/>
                          <a:cs typeface="Barlow"/>
                          <a:sym typeface="Barlow"/>
                        </a:rPr>
                        <a:t>Speed</a:t>
                      </a:r>
                      <a:endParaRPr b="1">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✅Fast vector search</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Slower for larger queries</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b="1" lang="en">
                          <a:solidFill>
                            <a:schemeClr val="dk1"/>
                          </a:solidFill>
                          <a:latin typeface="Barlow"/>
                          <a:ea typeface="Barlow"/>
                          <a:cs typeface="Barlow"/>
                          <a:sym typeface="Barlow"/>
                        </a:rPr>
                        <a:t>Scalability</a:t>
                      </a:r>
                      <a:endParaRPr b="1">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✅Optimized for AI workloads</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Scalable with tuning</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b="1" lang="en">
                          <a:solidFill>
                            <a:schemeClr val="dk1"/>
                          </a:solidFill>
                          <a:latin typeface="Barlow"/>
                          <a:ea typeface="Barlow"/>
                          <a:cs typeface="Barlow"/>
                          <a:sym typeface="Barlow"/>
                        </a:rPr>
                        <a:t>Accuracy</a:t>
                      </a:r>
                      <a:endParaRPr b="1">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✅Efficient ANN search</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Requires vector extensions for</a:t>
                      </a:r>
                      <a:endParaRPr>
                        <a:solidFill>
                          <a:schemeClr val="dk1"/>
                        </a:solidFill>
                        <a:latin typeface="Barlow"/>
                        <a:ea typeface="Barlow"/>
                        <a:cs typeface="Barlow"/>
                        <a:sym typeface="Barlow"/>
                      </a:endParaRPr>
                    </a:p>
                    <a:p>
                      <a:pPr indent="0" lvl="0" marL="0" rtl="0" algn="ctr">
                        <a:spcBef>
                          <a:spcPts val="0"/>
                        </a:spcBef>
                        <a:spcAft>
                          <a:spcPts val="0"/>
                        </a:spcAft>
                        <a:buNone/>
                      </a:pPr>
                      <a:r>
                        <a:rPr lang="en">
                          <a:solidFill>
                            <a:schemeClr val="dk1"/>
                          </a:solidFill>
                          <a:latin typeface="Barlow"/>
                          <a:ea typeface="Barlow"/>
                          <a:cs typeface="Barlow"/>
                          <a:sym typeface="Barlow"/>
                        </a:rPr>
                        <a:t>optimal search</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b="1" lang="en">
                          <a:solidFill>
                            <a:schemeClr val="dk1"/>
                          </a:solidFill>
                          <a:latin typeface="Barlow"/>
                          <a:ea typeface="Barlow"/>
                          <a:cs typeface="Barlow"/>
                          <a:sym typeface="Barlow"/>
                        </a:rPr>
                        <a:t>Persistence</a:t>
                      </a:r>
                      <a:endParaRPr b="1">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Limited structured storage</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 Robust, data storage &amp; history</a:t>
                      </a:r>
                      <a:endParaRPr>
                        <a:solidFill>
                          <a:schemeClr val="dk1"/>
                        </a:solidFill>
                        <a:latin typeface="Barlow"/>
                        <a:ea typeface="Barlow"/>
                        <a:cs typeface="Barlow"/>
                        <a:sym typeface="Barlow"/>
                      </a:endParaRPr>
                    </a:p>
                    <a:p>
                      <a:pPr indent="0" lvl="0" marL="0" rtl="0" algn="ctr">
                        <a:spcBef>
                          <a:spcPts val="0"/>
                        </a:spcBef>
                        <a:spcAft>
                          <a:spcPts val="0"/>
                        </a:spcAft>
                        <a:buNone/>
                      </a:pPr>
                      <a:r>
                        <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b="1" lang="en">
                          <a:solidFill>
                            <a:schemeClr val="dk1"/>
                          </a:solidFill>
                          <a:latin typeface="Barlow"/>
                          <a:ea typeface="Barlow"/>
                          <a:cs typeface="Barlow"/>
                          <a:sym typeface="Barlow"/>
                        </a:rPr>
                        <a:t>Integration</a:t>
                      </a:r>
                      <a:endParaRPr b="1">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✅Easy to set up for AI apps </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
                          <a:solidFill>
                            <a:schemeClr val="dk1"/>
                          </a:solidFill>
                          <a:latin typeface="Barlow"/>
                          <a:ea typeface="Barlow"/>
                          <a:cs typeface="Barlow"/>
                          <a:sym typeface="Barlow"/>
                        </a:rPr>
                        <a:t>Requires Pgvector extension</a:t>
                      </a:r>
                      <a:endParaRPr>
                        <a:solidFill>
                          <a:schemeClr val="dk1"/>
                        </a:solidFill>
                        <a:latin typeface="Barlow"/>
                        <a:ea typeface="Barlow"/>
                        <a:cs typeface="Barlow"/>
                        <a:sym typeface="Barlow"/>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sp>
        <p:nvSpPr>
          <p:cNvPr id="1256" name="Google Shape;1256;p47"/>
          <p:cNvSpPr txBox="1"/>
          <p:nvPr>
            <p:ph type="title"/>
          </p:nvPr>
        </p:nvSpPr>
        <p:spPr>
          <a:xfrm>
            <a:off x="720000" y="445025"/>
            <a:ext cx="753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Speech-to-Text Integration</a:t>
            </a:r>
            <a:endParaRPr sz="2500"/>
          </a:p>
        </p:txBody>
      </p:sp>
      <p:pic>
        <p:nvPicPr>
          <p:cNvPr descr="Picture" id="1257" name="Google Shape;1257;p47"/>
          <p:cNvPicPr preferRelativeResize="0"/>
          <p:nvPr/>
        </p:nvPicPr>
        <p:blipFill>
          <a:blip r:embed="rId3">
            <a:alphaModFix/>
          </a:blip>
          <a:stretch>
            <a:fillRect/>
          </a:stretch>
        </p:blipFill>
        <p:spPr>
          <a:xfrm>
            <a:off x="720000" y="2989075"/>
            <a:ext cx="7232650" cy="1170425"/>
          </a:xfrm>
          <a:prstGeom prst="rect">
            <a:avLst/>
          </a:prstGeom>
          <a:noFill/>
          <a:ln>
            <a:noFill/>
          </a:ln>
        </p:spPr>
      </p:pic>
      <p:sp>
        <p:nvSpPr>
          <p:cNvPr id="1258" name="Google Shape;1258;p47"/>
          <p:cNvSpPr txBox="1"/>
          <p:nvPr/>
        </p:nvSpPr>
        <p:spPr>
          <a:xfrm>
            <a:off x="720000" y="2571750"/>
            <a:ext cx="580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Barlow"/>
                <a:ea typeface="Barlow"/>
                <a:cs typeface="Barlow"/>
                <a:sym typeface="Barlow"/>
              </a:rPr>
              <a:t>How speech gets transcribed to text:</a:t>
            </a:r>
            <a:endParaRPr b="1" sz="1600">
              <a:solidFill>
                <a:schemeClr val="dk1"/>
              </a:solidFill>
              <a:latin typeface="Barlow"/>
              <a:ea typeface="Barlow"/>
              <a:cs typeface="Barlow"/>
              <a:sym typeface="Barlow"/>
            </a:endParaRPr>
          </a:p>
        </p:txBody>
      </p:sp>
      <p:sp>
        <p:nvSpPr>
          <p:cNvPr id="1259" name="Google Shape;1259;p47"/>
          <p:cNvSpPr txBox="1"/>
          <p:nvPr/>
        </p:nvSpPr>
        <p:spPr>
          <a:xfrm>
            <a:off x="2707650" y="4380625"/>
            <a:ext cx="3728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Barlow"/>
                <a:ea typeface="Barlow"/>
                <a:cs typeface="Barlow"/>
                <a:sym typeface="Barlow"/>
              </a:rPr>
              <a:t>Final STT Setup: </a:t>
            </a:r>
            <a:r>
              <a:rPr b="1" lang="en" sz="1600">
                <a:solidFill>
                  <a:schemeClr val="dk1"/>
                </a:solidFill>
                <a:highlight>
                  <a:srgbClr val="FFFF00"/>
                </a:highlight>
                <a:latin typeface="Barlow"/>
                <a:ea typeface="Barlow"/>
                <a:cs typeface="Barlow"/>
                <a:sym typeface="Barlow"/>
              </a:rPr>
              <a:t>GPT-4o Mini + Whisper</a:t>
            </a:r>
            <a:r>
              <a:rPr b="1" lang="en" sz="1600">
                <a:solidFill>
                  <a:schemeClr val="dk1"/>
                </a:solidFill>
                <a:latin typeface="Barlow"/>
                <a:ea typeface="Barlow"/>
                <a:cs typeface="Barlow"/>
                <a:sym typeface="Barlow"/>
              </a:rPr>
              <a:t> </a:t>
            </a:r>
            <a:endParaRPr sz="1600">
              <a:solidFill>
                <a:schemeClr val="dk1"/>
              </a:solidFill>
              <a:latin typeface="Barlow"/>
              <a:ea typeface="Barlow"/>
              <a:cs typeface="Barlow"/>
              <a:sym typeface="Barlow"/>
            </a:endParaRPr>
          </a:p>
        </p:txBody>
      </p:sp>
      <p:sp>
        <p:nvSpPr>
          <p:cNvPr id="1260" name="Google Shape;1260;p47"/>
          <p:cNvSpPr txBox="1"/>
          <p:nvPr/>
        </p:nvSpPr>
        <p:spPr>
          <a:xfrm>
            <a:off x="720000" y="11006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Barlow"/>
                <a:ea typeface="Barlow"/>
                <a:cs typeface="Barlow"/>
                <a:sym typeface="Barlow"/>
              </a:rPr>
              <a:t>What can Whisper do:</a:t>
            </a:r>
            <a:endParaRPr b="1" sz="1600">
              <a:solidFill>
                <a:schemeClr val="dk1"/>
              </a:solidFill>
              <a:latin typeface="Barlow"/>
              <a:ea typeface="Barlow"/>
              <a:cs typeface="Barlow"/>
              <a:sym typeface="Barlow"/>
            </a:endParaRPr>
          </a:p>
        </p:txBody>
      </p:sp>
      <p:sp>
        <p:nvSpPr>
          <p:cNvPr id="1261" name="Google Shape;1261;p47"/>
          <p:cNvSpPr txBox="1"/>
          <p:nvPr/>
        </p:nvSpPr>
        <p:spPr>
          <a:xfrm>
            <a:off x="814625" y="1401400"/>
            <a:ext cx="4437000" cy="8958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Font typeface="Barlow"/>
              <a:buChar char="●"/>
            </a:pPr>
            <a:r>
              <a:rPr lang="en">
                <a:solidFill>
                  <a:schemeClr val="dk1"/>
                </a:solidFill>
                <a:latin typeface="Barlow"/>
                <a:ea typeface="Barlow"/>
                <a:cs typeface="Barlow"/>
                <a:sym typeface="Barlow"/>
              </a:rPr>
              <a:t>Transcribes voice to text</a:t>
            </a:r>
            <a:endParaRPr>
              <a:solidFill>
                <a:schemeClr val="dk1"/>
              </a:solidFill>
              <a:latin typeface="Barlow"/>
              <a:ea typeface="Barlow"/>
              <a:cs typeface="Barlow"/>
              <a:sym typeface="Barlow"/>
            </a:endParaRPr>
          </a:p>
          <a:p>
            <a:pPr indent="-317500" lvl="0" marL="457200" rtl="0" algn="l">
              <a:lnSpc>
                <a:spcPct val="115000"/>
              </a:lnSpc>
              <a:spcBef>
                <a:spcPts val="0"/>
              </a:spcBef>
              <a:spcAft>
                <a:spcPts val="0"/>
              </a:spcAft>
              <a:buClr>
                <a:schemeClr val="dk1"/>
              </a:buClr>
              <a:buSzPts val="1400"/>
              <a:buFont typeface="Barlow"/>
              <a:buChar char="●"/>
            </a:pPr>
            <a:r>
              <a:rPr lang="en">
                <a:solidFill>
                  <a:schemeClr val="dk1"/>
                </a:solidFill>
                <a:latin typeface="Barlow"/>
                <a:ea typeface="Barlow"/>
                <a:cs typeface="Barlow"/>
                <a:sym typeface="Barlow"/>
              </a:rPr>
              <a:t> Supports multiple languages, noise robustness</a:t>
            </a:r>
            <a:endParaRPr>
              <a:solidFill>
                <a:schemeClr val="dk1"/>
              </a:solidFill>
              <a:latin typeface="Barlow"/>
              <a:ea typeface="Barlow"/>
              <a:cs typeface="Barlow"/>
              <a:sym typeface="Barlow"/>
            </a:endParaRPr>
          </a:p>
          <a:p>
            <a:pPr indent="-317500" lvl="0" marL="457200" rtl="0" algn="l">
              <a:lnSpc>
                <a:spcPct val="115000"/>
              </a:lnSpc>
              <a:spcBef>
                <a:spcPts val="0"/>
              </a:spcBef>
              <a:spcAft>
                <a:spcPts val="0"/>
              </a:spcAft>
              <a:buClr>
                <a:schemeClr val="dk1"/>
              </a:buClr>
              <a:buSzPts val="1400"/>
              <a:buFont typeface="Barlow"/>
              <a:buChar char="●"/>
            </a:pPr>
            <a:r>
              <a:rPr lang="en">
                <a:solidFill>
                  <a:schemeClr val="dk1"/>
                </a:solidFill>
                <a:latin typeface="Barlow"/>
                <a:ea typeface="Barlow"/>
                <a:cs typeface="Barlow"/>
                <a:sym typeface="Barlow"/>
              </a:rPr>
              <a:t>Lightweight and open-source</a:t>
            </a:r>
            <a:endParaRPr>
              <a:solidFill>
                <a:schemeClr val="dk1"/>
              </a:solidFill>
              <a:latin typeface="Barlow"/>
              <a:ea typeface="Barlow"/>
              <a:cs typeface="Barlow"/>
              <a:sym typeface="Barlo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Learning from Past UI Versions</a:t>
            </a:r>
            <a:endParaRPr/>
          </a:p>
        </p:txBody>
      </p:sp>
      <p:pic>
        <p:nvPicPr>
          <p:cNvPr id="1267" name="Google Shape;1267;p48"/>
          <p:cNvPicPr preferRelativeResize="0"/>
          <p:nvPr/>
        </p:nvPicPr>
        <p:blipFill>
          <a:blip r:embed="rId3">
            <a:alphaModFix/>
          </a:blip>
          <a:stretch>
            <a:fillRect/>
          </a:stretch>
        </p:blipFill>
        <p:spPr>
          <a:xfrm>
            <a:off x="598600" y="1253325"/>
            <a:ext cx="3325794" cy="2161575"/>
          </a:xfrm>
          <a:prstGeom prst="rect">
            <a:avLst/>
          </a:prstGeom>
          <a:noFill/>
          <a:ln cap="flat" cmpd="sng" w="9525">
            <a:solidFill>
              <a:schemeClr val="accent2"/>
            </a:solidFill>
            <a:prstDash val="solid"/>
            <a:round/>
            <a:headEnd len="sm" w="sm" type="none"/>
            <a:tailEnd len="sm" w="sm" type="none"/>
          </a:ln>
        </p:spPr>
      </p:pic>
      <p:sp>
        <p:nvSpPr>
          <p:cNvPr id="1268" name="Google Shape;1268;p48"/>
          <p:cNvSpPr txBox="1"/>
          <p:nvPr/>
        </p:nvSpPr>
        <p:spPr>
          <a:xfrm>
            <a:off x="1025525" y="3886475"/>
            <a:ext cx="178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dk1"/>
              </a:solidFill>
              <a:latin typeface="Barlow"/>
              <a:ea typeface="Barlow"/>
              <a:cs typeface="Barlow"/>
              <a:sym typeface="Barlow"/>
            </a:endParaRPr>
          </a:p>
        </p:txBody>
      </p:sp>
      <p:pic>
        <p:nvPicPr>
          <p:cNvPr id="1269" name="Google Shape;1269;p48"/>
          <p:cNvPicPr preferRelativeResize="0"/>
          <p:nvPr/>
        </p:nvPicPr>
        <p:blipFill>
          <a:blip r:embed="rId4">
            <a:alphaModFix/>
          </a:blip>
          <a:stretch>
            <a:fillRect/>
          </a:stretch>
        </p:blipFill>
        <p:spPr>
          <a:xfrm>
            <a:off x="4476831" y="1253325"/>
            <a:ext cx="4294795" cy="2161575"/>
          </a:xfrm>
          <a:prstGeom prst="rect">
            <a:avLst/>
          </a:prstGeom>
          <a:noFill/>
          <a:ln cap="flat" cmpd="sng" w="9525">
            <a:solidFill>
              <a:schemeClr val="dk1"/>
            </a:solidFill>
            <a:prstDash val="solid"/>
            <a:round/>
            <a:headEnd len="sm" w="sm" type="none"/>
            <a:tailEnd len="sm" w="sm" type="none"/>
          </a:ln>
        </p:spPr>
      </p:pic>
      <p:sp>
        <p:nvSpPr>
          <p:cNvPr id="1270" name="Google Shape;1270;p48"/>
          <p:cNvSpPr txBox="1"/>
          <p:nvPr/>
        </p:nvSpPr>
        <p:spPr>
          <a:xfrm>
            <a:off x="1677838" y="3442938"/>
            <a:ext cx="1167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Version 1.0</a:t>
            </a:r>
            <a:endParaRPr b="1" sz="1500">
              <a:solidFill>
                <a:schemeClr val="dk1"/>
              </a:solidFill>
              <a:latin typeface="Barlow"/>
              <a:ea typeface="Barlow"/>
              <a:cs typeface="Barlow"/>
              <a:sym typeface="Barlow"/>
            </a:endParaRPr>
          </a:p>
        </p:txBody>
      </p:sp>
      <p:sp>
        <p:nvSpPr>
          <p:cNvPr id="1271" name="Google Shape;1271;p48"/>
          <p:cNvSpPr txBox="1"/>
          <p:nvPr/>
        </p:nvSpPr>
        <p:spPr>
          <a:xfrm>
            <a:off x="6040575" y="3470975"/>
            <a:ext cx="1167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Version 2.0</a:t>
            </a:r>
            <a:endParaRPr b="1" sz="1500">
              <a:solidFill>
                <a:schemeClr val="dk1"/>
              </a:solidFill>
              <a:latin typeface="Barlow"/>
              <a:ea typeface="Barlow"/>
              <a:cs typeface="Barlow"/>
              <a:sym typeface="Barlow"/>
            </a:endParaRPr>
          </a:p>
        </p:txBody>
      </p:sp>
      <p:sp>
        <p:nvSpPr>
          <p:cNvPr id="1272" name="Google Shape;1272;p48"/>
          <p:cNvSpPr txBox="1"/>
          <p:nvPr/>
        </p:nvSpPr>
        <p:spPr>
          <a:xfrm>
            <a:off x="952500" y="3982625"/>
            <a:ext cx="23667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Barlow"/>
              <a:buChar char="●"/>
            </a:pPr>
            <a:r>
              <a:rPr lang="en" sz="1500">
                <a:solidFill>
                  <a:schemeClr val="dk1"/>
                </a:solidFill>
                <a:latin typeface="Barlow"/>
                <a:ea typeface="Barlow"/>
                <a:cs typeface="Barlow"/>
                <a:sym typeface="Barlow"/>
              </a:rPr>
              <a:t>Visually Compressed</a:t>
            </a:r>
            <a:endParaRPr sz="1500">
              <a:solidFill>
                <a:schemeClr val="dk1"/>
              </a:solidFill>
              <a:latin typeface="Barlow"/>
              <a:ea typeface="Barlow"/>
              <a:cs typeface="Barlow"/>
              <a:sym typeface="Barlow"/>
            </a:endParaRPr>
          </a:p>
        </p:txBody>
      </p:sp>
      <p:sp>
        <p:nvSpPr>
          <p:cNvPr id="1273" name="Google Shape;1273;p48"/>
          <p:cNvSpPr txBox="1"/>
          <p:nvPr/>
        </p:nvSpPr>
        <p:spPr>
          <a:xfrm>
            <a:off x="5440875" y="3982625"/>
            <a:ext cx="2366700" cy="646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Barlow"/>
              <a:buChar char="●"/>
            </a:pPr>
            <a:r>
              <a:rPr lang="en" sz="1500">
                <a:solidFill>
                  <a:schemeClr val="dk1"/>
                </a:solidFill>
                <a:latin typeface="Barlow"/>
                <a:ea typeface="Barlow"/>
                <a:cs typeface="Barlow"/>
                <a:sym typeface="Barlow"/>
              </a:rPr>
              <a:t>Crowded</a:t>
            </a:r>
            <a:endParaRPr sz="1500">
              <a:solidFill>
                <a:schemeClr val="dk1"/>
              </a:solidFill>
              <a:latin typeface="Barlow"/>
              <a:ea typeface="Barlow"/>
              <a:cs typeface="Barlow"/>
              <a:sym typeface="Barlow"/>
            </a:endParaRPr>
          </a:p>
          <a:p>
            <a:pPr indent="-323850" lvl="0" marL="457200" rtl="0" algn="l">
              <a:spcBef>
                <a:spcPts val="0"/>
              </a:spcBef>
              <a:spcAft>
                <a:spcPts val="0"/>
              </a:spcAft>
              <a:buClr>
                <a:schemeClr val="dk1"/>
              </a:buClr>
              <a:buSzPts val="1500"/>
              <a:buFont typeface="Barlow"/>
              <a:buChar char="●"/>
            </a:pPr>
            <a:r>
              <a:rPr lang="en" sz="1500">
                <a:solidFill>
                  <a:schemeClr val="dk1"/>
                </a:solidFill>
                <a:latin typeface="Barlow"/>
                <a:ea typeface="Barlow"/>
                <a:cs typeface="Barlow"/>
                <a:sym typeface="Barlow"/>
              </a:rPr>
              <a:t>Not fully interactive</a:t>
            </a:r>
            <a:endParaRPr sz="1500">
              <a:solidFill>
                <a:schemeClr val="dk1"/>
              </a:solidFill>
              <a:latin typeface="Barlow"/>
              <a:ea typeface="Barlow"/>
              <a:cs typeface="Barlow"/>
              <a:sym typeface="Barlo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UI Design - V3.0</a:t>
            </a:r>
            <a:endParaRPr/>
          </a:p>
        </p:txBody>
      </p:sp>
      <p:sp>
        <p:nvSpPr>
          <p:cNvPr id="1279" name="Google Shape;1279;p49"/>
          <p:cNvSpPr txBox="1"/>
          <p:nvPr/>
        </p:nvSpPr>
        <p:spPr>
          <a:xfrm>
            <a:off x="1025525" y="3886475"/>
            <a:ext cx="1788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dk1"/>
              </a:solidFill>
              <a:latin typeface="Barlow"/>
              <a:ea typeface="Barlow"/>
              <a:cs typeface="Barlow"/>
              <a:sym typeface="Barlow"/>
            </a:endParaRPr>
          </a:p>
        </p:txBody>
      </p:sp>
      <p:pic>
        <p:nvPicPr>
          <p:cNvPr id="1280" name="Google Shape;1280;p49"/>
          <p:cNvPicPr preferRelativeResize="0"/>
          <p:nvPr/>
        </p:nvPicPr>
        <p:blipFill>
          <a:blip r:embed="rId3">
            <a:alphaModFix/>
          </a:blip>
          <a:stretch>
            <a:fillRect/>
          </a:stretch>
        </p:blipFill>
        <p:spPr>
          <a:xfrm>
            <a:off x="1830723" y="1165650"/>
            <a:ext cx="5482553" cy="2434012"/>
          </a:xfrm>
          <a:prstGeom prst="rect">
            <a:avLst/>
          </a:prstGeom>
          <a:noFill/>
          <a:ln cap="flat" cmpd="sng" w="9525">
            <a:solidFill>
              <a:schemeClr val="accent2"/>
            </a:solidFill>
            <a:prstDash val="solid"/>
            <a:round/>
            <a:headEnd len="sm" w="sm" type="none"/>
            <a:tailEnd len="sm" w="sm" type="none"/>
          </a:ln>
        </p:spPr>
      </p:pic>
      <p:sp>
        <p:nvSpPr>
          <p:cNvPr id="1281" name="Google Shape;1281;p49"/>
          <p:cNvSpPr txBox="1"/>
          <p:nvPr/>
        </p:nvSpPr>
        <p:spPr>
          <a:xfrm>
            <a:off x="3985350" y="3599650"/>
            <a:ext cx="1173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Version 3.0</a:t>
            </a:r>
            <a:endParaRPr b="1" sz="1500">
              <a:solidFill>
                <a:schemeClr val="dk1"/>
              </a:solidFill>
              <a:latin typeface="Barlow"/>
              <a:ea typeface="Barlow"/>
              <a:cs typeface="Barlow"/>
              <a:sym typeface="Barlow"/>
            </a:endParaRPr>
          </a:p>
        </p:txBody>
      </p:sp>
      <p:sp>
        <p:nvSpPr>
          <p:cNvPr id="1282" name="Google Shape;1282;p49"/>
          <p:cNvSpPr txBox="1"/>
          <p:nvPr/>
        </p:nvSpPr>
        <p:spPr>
          <a:xfrm>
            <a:off x="3033150" y="4015150"/>
            <a:ext cx="3077700" cy="646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Barlow"/>
              <a:buChar char="●"/>
            </a:pPr>
            <a:r>
              <a:rPr lang="en" sz="1500">
                <a:solidFill>
                  <a:schemeClr val="dk1"/>
                </a:solidFill>
                <a:latin typeface="Barlow"/>
                <a:ea typeface="Barlow"/>
                <a:cs typeface="Barlow"/>
                <a:sym typeface="Barlow"/>
              </a:rPr>
              <a:t>Simple and minimalistic</a:t>
            </a:r>
            <a:endParaRPr sz="1500">
              <a:solidFill>
                <a:schemeClr val="dk1"/>
              </a:solidFill>
              <a:latin typeface="Barlow"/>
              <a:ea typeface="Barlow"/>
              <a:cs typeface="Barlow"/>
              <a:sym typeface="Barlow"/>
            </a:endParaRPr>
          </a:p>
          <a:p>
            <a:pPr indent="-323850" lvl="0" marL="457200" rtl="0" algn="l">
              <a:spcBef>
                <a:spcPts val="0"/>
              </a:spcBef>
              <a:spcAft>
                <a:spcPts val="0"/>
              </a:spcAft>
              <a:buClr>
                <a:schemeClr val="dk1"/>
              </a:buClr>
              <a:buSzPts val="1500"/>
              <a:buFont typeface="Barlow"/>
              <a:buChar char="●"/>
            </a:pPr>
            <a:r>
              <a:rPr lang="en" sz="1500">
                <a:solidFill>
                  <a:schemeClr val="dk1"/>
                </a:solidFill>
                <a:latin typeface="Barlow"/>
                <a:ea typeface="Barlow"/>
                <a:cs typeface="Barlow"/>
                <a:sym typeface="Barlow"/>
              </a:rPr>
              <a:t>Clear Call-to-Action buttons</a:t>
            </a:r>
            <a:endParaRPr sz="1500">
              <a:solidFill>
                <a:schemeClr val="dk1"/>
              </a:solidFill>
              <a:latin typeface="Barlow"/>
              <a:ea typeface="Barlow"/>
              <a:cs typeface="Barlow"/>
              <a:sym typeface="Barlo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Supporting Secure Multi-User Access</a:t>
            </a:r>
            <a:endParaRPr/>
          </a:p>
        </p:txBody>
      </p:sp>
      <p:sp>
        <p:nvSpPr>
          <p:cNvPr id="1288" name="Google Shape;1288;p50"/>
          <p:cNvSpPr txBox="1"/>
          <p:nvPr/>
        </p:nvSpPr>
        <p:spPr>
          <a:xfrm>
            <a:off x="720000" y="1163800"/>
            <a:ext cx="7452000" cy="351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Why it matters:</a:t>
            </a:r>
            <a:endParaRPr b="1" sz="1500">
              <a:solidFill>
                <a:schemeClr val="dk1"/>
              </a:solidFill>
              <a:latin typeface="Barlow"/>
              <a:ea typeface="Barlow"/>
              <a:cs typeface="Barlow"/>
              <a:sym typeface="Barlow"/>
            </a:endParaRPr>
          </a:p>
          <a:p>
            <a:pPr indent="0" lvl="0" marL="0" rtl="0" algn="l">
              <a:spcBef>
                <a:spcPts val="0"/>
              </a:spcBef>
              <a:spcAft>
                <a:spcPts val="0"/>
              </a:spcAft>
              <a:buNone/>
            </a:pPr>
            <a:r>
              <a:rPr lang="en">
                <a:solidFill>
                  <a:schemeClr val="dk1"/>
                </a:solidFill>
                <a:latin typeface="Barlow"/>
                <a:ea typeface="Barlow"/>
                <a:cs typeface="Barlow"/>
                <a:sym typeface="Barlow"/>
              </a:rPr>
              <a:t>In an industrial setting, multiple users must interact securely with personalized experiences.</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sz="1500">
              <a:solidFill>
                <a:schemeClr val="dk1"/>
              </a:solidFill>
              <a:latin typeface="Barlow"/>
              <a:ea typeface="Barlow"/>
              <a:cs typeface="Barlow"/>
              <a:sym typeface="Barlow"/>
            </a:endParaRPr>
          </a:p>
          <a:p>
            <a:pPr indent="0" lvl="0" marL="0" rtl="0" algn="l">
              <a:spcBef>
                <a:spcPts val="0"/>
              </a:spcBef>
              <a:spcAft>
                <a:spcPts val="0"/>
              </a:spcAft>
              <a:buNone/>
            </a:pPr>
            <a:r>
              <a:rPr b="1" lang="en" sz="1500">
                <a:solidFill>
                  <a:schemeClr val="dk1"/>
                </a:solidFill>
                <a:latin typeface="Barlow"/>
                <a:ea typeface="Barlow"/>
                <a:cs typeface="Barlow"/>
                <a:sym typeface="Barlow"/>
              </a:rPr>
              <a:t>Implementation Details:</a:t>
            </a:r>
            <a:endParaRPr b="1" sz="1500">
              <a:solidFill>
                <a:schemeClr val="dk1"/>
              </a:solidFill>
              <a:latin typeface="Barlow"/>
              <a:ea typeface="Barlow"/>
              <a:cs typeface="Barlow"/>
              <a:sym typeface="Barlow"/>
            </a:endParaRPr>
          </a:p>
          <a:p>
            <a:pPr indent="-317500" lvl="0" marL="457200" rtl="0" algn="l">
              <a:lnSpc>
                <a:spcPct val="115000"/>
              </a:lnSpc>
              <a:spcBef>
                <a:spcPts val="1000"/>
              </a:spcBef>
              <a:spcAft>
                <a:spcPts val="0"/>
              </a:spcAft>
              <a:buClr>
                <a:schemeClr val="dk1"/>
              </a:buClr>
              <a:buSzPts val="1400"/>
              <a:buFont typeface="Barlow"/>
              <a:buChar char="●"/>
            </a:pPr>
            <a:r>
              <a:rPr b="1" lang="en">
                <a:solidFill>
                  <a:schemeClr val="dk1"/>
                </a:solidFill>
                <a:latin typeface="Barlow"/>
                <a:ea typeface="Barlow"/>
                <a:cs typeface="Barlow"/>
                <a:sym typeface="Barlow"/>
              </a:rPr>
              <a:t>Allowed Email List: </a:t>
            </a:r>
            <a:r>
              <a:rPr lang="en">
                <a:solidFill>
                  <a:schemeClr val="dk1"/>
                </a:solidFill>
                <a:latin typeface="Barlow"/>
                <a:ea typeface="Barlow"/>
                <a:cs typeface="Barlow"/>
                <a:sym typeface="Barlow"/>
              </a:rPr>
              <a:t>Only specified emails can register → ensures internal control.</a:t>
            </a:r>
            <a:endParaRPr>
              <a:solidFill>
                <a:schemeClr val="dk1"/>
              </a:solidFill>
              <a:latin typeface="Barlow"/>
              <a:ea typeface="Barlow"/>
              <a:cs typeface="Barlow"/>
              <a:sym typeface="Barlow"/>
            </a:endParaRPr>
          </a:p>
          <a:p>
            <a:pPr indent="-317500" lvl="0" marL="457200" rtl="0" algn="l">
              <a:lnSpc>
                <a:spcPct val="115000"/>
              </a:lnSpc>
              <a:spcBef>
                <a:spcPts val="0"/>
              </a:spcBef>
              <a:spcAft>
                <a:spcPts val="0"/>
              </a:spcAft>
              <a:buClr>
                <a:schemeClr val="dk1"/>
              </a:buClr>
              <a:buSzPts val="1400"/>
              <a:buFont typeface="Barlow"/>
              <a:buChar char="●"/>
            </a:pPr>
            <a:r>
              <a:rPr b="1" lang="en">
                <a:solidFill>
                  <a:schemeClr val="dk1"/>
                </a:solidFill>
                <a:latin typeface="Barlow"/>
                <a:ea typeface="Barlow"/>
                <a:cs typeface="Barlow"/>
                <a:sym typeface="Barlow"/>
              </a:rPr>
              <a:t>Unique Email Registration:</a:t>
            </a:r>
            <a:r>
              <a:rPr lang="en">
                <a:solidFill>
                  <a:schemeClr val="dk1"/>
                </a:solidFill>
                <a:latin typeface="Barlow"/>
                <a:ea typeface="Barlow"/>
                <a:cs typeface="Barlow"/>
                <a:sym typeface="Barlow"/>
              </a:rPr>
              <a:t> Each email is linked to one user → simplifies tracking.</a:t>
            </a:r>
            <a:endParaRPr>
              <a:solidFill>
                <a:schemeClr val="dk1"/>
              </a:solidFill>
              <a:latin typeface="Barlow"/>
              <a:ea typeface="Barlow"/>
              <a:cs typeface="Barlow"/>
              <a:sym typeface="Barlow"/>
            </a:endParaRPr>
          </a:p>
          <a:p>
            <a:pPr indent="-317500" lvl="0" marL="457200" rtl="0" algn="l">
              <a:lnSpc>
                <a:spcPct val="115000"/>
              </a:lnSpc>
              <a:spcBef>
                <a:spcPts val="0"/>
              </a:spcBef>
              <a:spcAft>
                <a:spcPts val="0"/>
              </a:spcAft>
              <a:buClr>
                <a:schemeClr val="dk1"/>
              </a:buClr>
              <a:buSzPts val="1400"/>
              <a:buFont typeface="Barlow"/>
              <a:buChar char="●"/>
            </a:pPr>
            <a:r>
              <a:rPr b="1" lang="en">
                <a:solidFill>
                  <a:schemeClr val="dk1"/>
                </a:solidFill>
                <a:latin typeface="Barlow"/>
                <a:ea typeface="Barlow"/>
                <a:cs typeface="Barlow"/>
                <a:sym typeface="Barlow"/>
              </a:rPr>
              <a:t>Backend Storage:</a:t>
            </a:r>
            <a:r>
              <a:rPr lang="en">
                <a:solidFill>
                  <a:schemeClr val="dk1"/>
                </a:solidFill>
                <a:latin typeface="Barlow"/>
                <a:ea typeface="Barlow"/>
                <a:cs typeface="Barlow"/>
                <a:sym typeface="Barlow"/>
              </a:rPr>
              <a:t> User data is stored in a users.json file, including username and password.</a:t>
            </a:r>
            <a:endParaRPr>
              <a:solidFill>
                <a:schemeClr val="dk1"/>
              </a:solidFill>
              <a:latin typeface="Barlow"/>
              <a:ea typeface="Barlow"/>
              <a:cs typeface="Barlow"/>
              <a:sym typeface="Barlow"/>
            </a:endParaRPr>
          </a:p>
          <a:p>
            <a:pPr indent="0" lvl="0" marL="0" rtl="0" algn="l">
              <a:spcBef>
                <a:spcPts val="0"/>
              </a:spcBef>
              <a:spcAft>
                <a:spcPts val="0"/>
              </a:spcAft>
              <a:buNone/>
            </a:pPr>
            <a:r>
              <a:t/>
            </a:r>
            <a:endParaRPr sz="1500">
              <a:solidFill>
                <a:schemeClr val="dk1"/>
              </a:solidFill>
              <a:latin typeface="Barlow"/>
              <a:ea typeface="Barlow"/>
              <a:cs typeface="Barlow"/>
              <a:sym typeface="Barlow"/>
            </a:endParaRPr>
          </a:p>
          <a:p>
            <a:pPr indent="0" lvl="0" marL="0" rtl="0" algn="l">
              <a:spcBef>
                <a:spcPts val="0"/>
              </a:spcBef>
              <a:spcAft>
                <a:spcPts val="0"/>
              </a:spcAft>
              <a:buNone/>
            </a:pPr>
            <a:r>
              <a:rPr b="1" lang="en" sz="1500">
                <a:solidFill>
                  <a:schemeClr val="dk1"/>
                </a:solidFill>
                <a:latin typeface="Barlow"/>
                <a:ea typeface="Barlow"/>
                <a:cs typeface="Barlow"/>
                <a:sym typeface="Barlow"/>
              </a:rPr>
              <a:t>Advantages:</a:t>
            </a:r>
            <a:endParaRPr b="1" sz="1500">
              <a:solidFill>
                <a:schemeClr val="dk1"/>
              </a:solidFill>
              <a:latin typeface="Barlow"/>
              <a:ea typeface="Barlow"/>
              <a:cs typeface="Barlow"/>
              <a:sym typeface="Barlow"/>
            </a:endParaRPr>
          </a:p>
          <a:p>
            <a:pPr indent="-317500" lvl="0" marL="457200" rtl="0" algn="l">
              <a:lnSpc>
                <a:spcPct val="115000"/>
              </a:lnSpc>
              <a:spcBef>
                <a:spcPts val="1000"/>
              </a:spcBef>
              <a:spcAft>
                <a:spcPts val="0"/>
              </a:spcAft>
              <a:buClr>
                <a:schemeClr val="dk1"/>
              </a:buClr>
              <a:buSzPts val="1400"/>
              <a:buFont typeface="Barlow"/>
              <a:buChar char="●"/>
            </a:pPr>
            <a:r>
              <a:rPr lang="en">
                <a:solidFill>
                  <a:schemeClr val="dk1"/>
                </a:solidFill>
                <a:latin typeface="Barlow"/>
                <a:ea typeface="Barlow"/>
                <a:cs typeface="Barlow"/>
                <a:sym typeface="Barlow"/>
              </a:rPr>
              <a:t>Secure access controlled via allowed emails.</a:t>
            </a:r>
            <a:endParaRPr>
              <a:solidFill>
                <a:schemeClr val="dk1"/>
              </a:solidFill>
              <a:latin typeface="Barlow"/>
              <a:ea typeface="Barlow"/>
              <a:cs typeface="Barlow"/>
              <a:sym typeface="Barlow"/>
            </a:endParaRPr>
          </a:p>
          <a:p>
            <a:pPr indent="-317500" lvl="0" marL="457200" rtl="0" algn="l">
              <a:lnSpc>
                <a:spcPct val="115000"/>
              </a:lnSpc>
              <a:spcBef>
                <a:spcPts val="0"/>
              </a:spcBef>
              <a:spcAft>
                <a:spcPts val="0"/>
              </a:spcAft>
              <a:buClr>
                <a:schemeClr val="dk1"/>
              </a:buClr>
              <a:buSzPts val="1400"/>
              <a:buFont typeface="Barlow"/>
              <a:buChar char="●"/>
            </a:pPr>
            <a:r>
              <a:rPr lang="en">
                <a:solidFill>
                  <a:schemeClr val="dk1"/>
                </a:solidFill>
                <a:latin typeface="Barlow"/>
                <a:ea typeface="Barlow"/>
                <a:cs typeface="Barlow"/>
                <a:sym typeface="Barlow"/>
              </a:rPr>
              <a:t>Prevents unauthorized entry.</a:t>
            </a:r>
            <a:endParaRPr>
              <a:solidFill>
                <a:schemeClr val="dk1"/>
              </a:solidFill>
              <a:latin typeface="Barlow"/>
              <a:ea typeface="Barlow"/>
              <a:cs typeface="Barlow"/>
              <a:sym typeface="Barlow"/>
            </a:endParaRPr>
          </a:p>
          <a:p>
            <a:pPr indent="-317500" lvl="0" marL="457200" rtl="0" algn="l">
              <a:lnSpc>
                <a:spcPct val="115000"/>
              </a:lnSpc>
              <a:spcBef>
                <a:spcPts val="0"/>
              </a:spcBef>
              <a:spcAft>
                <a:spcPts val="0"/>
              </a:spcAft>
              <a:buClr>
                <a:schemeClr val="dk1"/>
              </a:buClr>
              <a:buSzPts val="1400"/>
              <a:buFont typeface="Barlow"/>
              <a:buChar char="●"/>
            </a:pPr>
            <a:r>
              <a:rPr lang="en">
                <a:solidFill>
                  <a:schemeClr val="dk1"/>
                </a:solidFill>
                <a:latin typeface="Barlow"/>
                <a:ea typeface="Barlow"/>
                <a:cs typeface="Barlow"/>
                <a:sym typeface="Barlow"/>
              </a:rPr>
              <a:t>Ensures accountability and easy monitoring</a:t>
            </a:r>
            <a:endParaRPr>
              <a:solidFill>
                <a:schemeClr val="dk1"/>
              </a:solidFill>
              <a:latin typeface="Barlow"/>
              <a:ea typeface="Barlow"/>
              <a:cs typeface="Barlow"/>
              <a:sym typeface="Barlo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Supporting Secure Multi-User Access</a:t>
            </a:r>
            <a:endParaRPr/>
          </a:p>
        </p:txBody>
      </p:sp>
      <p:pic>
        <p:nvPicPr>
          <p:cNvPr id="1294" name="Google Shape;1294;p51"/>
          <p:cNvPicPr preferRelativeResize="0"/>
          <p:nvPr/>
        </p:nvPicPr>
        <p:blipFill rotWithShape="1">
          <a:blip r:embed="rId3">
            <a:alphaModFix/>
          </a:blip>
          <a:srcRect b="0" l="17163" r="0" t="0"/>
          <a:stretch/>
        </p:blipFill>
        <p:spPr>
          <a:xfrm>
            <a:off x="459175" y="2200800"/>
            <a:ext cx="2141725" cy="900625"/>
          </a:xfrm>
          <a:prstGeom prst="rect">
            <a:avLst/>
          </a:prstGeom>
          <a:noFill/>
          <a:ln>
            <a:noFill/>
          </a:ln>
        </p:spPr>
      </p:pic>
      <p:pic>
        <p:nvPicPr>
          <p:cNvPr id="1295" name="Google Shape;1295;p51"/>
          <p:cNvPicPr preferRelativeResize="0"/>
          <p:nvPr/>
        </p:nvPicPr>
        <p:blipFill>
          <a:blip r:embed="rId4">
            <a:alphaModFix/>
          </a:blip>
          <a:stretch>
            <a:fillRect/>
          </a:stretch>
        </p:blipFill>
        <p:spPr>
          <a:xfrm>
            <a:off x="2944513" y="1453099"/>
            <a:ext cx="2527699" cy="2237301"/>
          </a:xfrm>
          <a:prstGeom prst="rect">
            <a:avLst/>
          </a:prstGeom>
          <a:noFill/>
          <a:ln>
            <a:noFill/>
          </a:ln>
        </p:spPr>
      </p:pic>
      <p:pic>
        <p:nvPicPr>
          <p:cNvPr id="1296" name="Google Shape;1296;p51"/>
          <p:cNvPicPr preferRelativeResize="0"/>
          <p:nvPr/>
        </p:nvPicPr>
        <p:blipFill rotWithShape="1">
          <a:blip r:embed="rId5">
            <a:alphaModFix/>
          </a:blip>
          <a:srcRect b="0" l="12292" r="6081" t="0"/>
          <a:stretch/>
        </p:blipFill>
        <p:spPr>
          <a:xfrm>
            <a:off x="5815825" y="1571725"/>
            <a:ext cx="2527699" cy="2028978"/>
          </a:xfrm>
          <a:prstGeom prst="rect">
            <a:avLst/>
          </a:prstGeom>
          <a:noFill/>
          <a:ln>
            <a:noFill/>
          </a:ln>
        </p:spPr>
      </p:pic>
      <p:sp>
        <p:nvSpPr>
          <p:cNvPr id="1297" name="Google Shape;1297;p51"/>
          <p:cNvSpPr txBox="1"/>
          <p:nvPr/>
        </p:nvSpPr>
        <p:spPr>
          <a:xfrm>
            <a:off x="904088" y="4125775"/>
            <a:ext cx="1251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Email Check</a:t>
            </a:r>
            <a:endParaRPr b="1" sz="1500">
              <a:solidFill>
                <a:schemeClr val="dk1"/>
              </a:solidFill>
              <a:latin typeface="Barlow"/>
              <a:ea typeface="Barlow"/>
              <a:cs typeface="Barlow"/>
              <a:sym typeface="Barlow"/>
            </a:endParaRPr>
          </a:p>
        </p:txBody>
      </p:sp>
      <p:cxnSp>
        <p:nvCxnSpPr>
          <p:cNvPr id="1298" name="Google Shape;1298;p51"/>
          <p:cNvCxnSpPr/>
          <p:nvPr/>
        </p:nvCxnSpPr>
        <p:spPr>
          <a:xfrm flipH="1" rot="10800000">
            <a:off x="2360950" y="4366850"/>
            <a:ext cx="855600" cy="9600"/>
          </a:xfrm>
          <a:prstGeom prst="straightConnector1">
            <a:avLst/>
          </a:prstGeom>
          <a:noFill/>
          <a:ln cap="flat" cmpd="sng" w="19050">
            <a:solidFill>
              <a:schemeClr val="dk1"/>
            </a:solidFill>
            <a:prstDash val="solid"/>
            <a:round/>
            <a:headEnd len="med" w="med" type="none"/>
            <a:tailEnd len="med" w="med" type="triangle"/>
          </a:ln>
        </p:spPr>
      </p:cxnSp>
      <p:cxnSp>
        <p:nvCxnSpPr>
          <p:cNvPr id="1299" name="Google Shape;1299;p51"/>
          <p:cNvCxnSpPr/>
          <p:nvPr/>
        </p:nvCxnSpPr>
        <p:spPr>
          <a:xfrm flipH="1" rot="10800000">
            <a:off x="5407400" y="4366850"/>
            <a:ext cx="855600" cy="9600"/>
          </a:xfrm>
          <a:prstGeom prst="straightConnector1">
            <a:avLst/>
          </a:prstGeom>
          <a:noFill/>
          <a:ln cap="flat" cmpd="sng" w="19050">
            <a:solidFill>
              <a:schemeClr val="dk1"/>
            </a:solidFill>
            <a:prstDash val="solid"/>
            <a:round/>
            <a:headEnd len="med" w="med" type="none"/>
            <a:tailEnd len="med" w="med" type="triangle"/>
          </a:ln>
        </p:spPr>
      </p:cxnSp>
      <p:sp>
        <p:nvSpPr>
          <p:cNvPr id="1300" name="Google Shape;1300;p51"/>
          <p:cNvSpPr txBox="1"/>
          <p:nvPr/>
        </p:nvSpPr>
        <p:spPr>
          <a:xfrm>
            <a:off x="3686025" y="4125775"/>
            <a:ext cx="1251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Registration</a:t>
            </a:r>
            <a:endParaRPr sz="1200">
              <a:solidFill>
                <a:schemeClr val="dk1"/>
              </a:solidFill>
              <a:latin typeface="Barlow"/>
              <a:ea typeface="Barlow"/>
              <a:cs typeface="Barlow"/>
              <a:sym typeface="Barlow"/>
            </a:endParaRPr>
          </a:p>
        </p:txBody>
      </p:sp>
      <p:sp>
        <p:nvSpPr>
          <p:cNvPr id="1301" name="Google Shape;1301;p51"/>
          <p:cNvSpPr txBox="1"/>
          <p:nvPr/>
        </p:nvSpPr>
        <p:spPr>
          <a:xfrm>
            <a:off x="6467950" y="4125775"/>
            <a:ext cx="207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Storage in users.json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52"/>
          <p:cNvSpPr txBox="1"/>
          <p:nvPr>
            <p:ph type="title"/>
          </p:nvPr>
        </p:nvSpPr>
        <p:spPr>
          <a:xfrm>
            <a:off x="649925" y="445025"/>
            <a:ext cx="8002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Multi-User Access - Personalized Data Storag</a:t>
            </a:r>
            <a:r>
              <a:rPr lang="en" sz="2300"/>
              <a:t>e</a:t>
            </a:r>
            <a:endParaRPr sz="2300"/>
          </a:p>
        </p:txBody>
      </p:sp>
      <p:sp>
        <p:nvSpPr>
          <p:cNvPr id="1307" name="Google Shape;1307;p52"/>
          <p:cNvSpPr txBox="1"/>
          <p:nvPr>
            <p:ph idx="1" type="subTitle"/>
          </p:nvPr>
        </p:nvSpPr>
        <p:spPr>
          <a:xfrm>
            <a:off x="649925" y="1462725"/>
            <a:ext cx="7379100" cy="318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Why it matters:</a:t>
            </a:r>
            <a:endParaRPr b="1" sz="1600"/>
          </a:p>
          <a:p>
            <a:pPr indent="0" lvl="0" marL="0" rtl="0" algn="l">
              <a:lnSpc>
                <a:spcPct val="115000"/>
              </a:lnSpc>
              <a:spcBef>
                <a:spcPts val="0"/>
              </a:spcBef>
              <a:spcAft>
                <a:spcPts val="0"/>
              </a:spcAft>
              <a:buNone/>
            </a:pPr>
            <a:r>
              <a:rPr lang="en" sz="1400"/>
              <a:t>To ensure secure and scalable multi-user support, each registered user gets their own dedicated folder containing their conversation history.</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b="1" lang="en" sz="1600"/>
              <a:t>Benefits:</a:t>
            </a:r>
            <a:endParaRPr b="1" sz="1600"/>
          </a:p>
          <a:p>
            <a:pPr indent="0" lvl="0" marL="0" rtl="0" algn="l">
              <a:lnSpc>
                <a:spcPct val="150000"/>
              </a:lnSpc>
              <a:spcBef>
                <a:spcPts val="0"/>
              </a:spcBef>
              <a:spcAft>
                <a:spcPts val="0"/>
              </a:spcAft>
              <a:buNone/>
            </a:pPr>
            <a:r>
              <a:rPr lang="en" sz="1400"/>
              <a:t>✔️</a:t>
            </a:r>
            <a:r>
              <a:rPr b="1" lang="en" sz="1400"/>
              <a:t> Data Isolation: </a:t>
            </a:r>
            <a:r>
              <a:rPr lang="en" sz="1400"/>
              <a:t>Users only access their own files and chats</a:t>
            </a:r>
            <a:endParaRPr sz="1400"/>
          </a:p>
          <a:p>
            <a:pPr indent="0" lvl="0" marL="0" rtl="0" algn="l">
              <a:lnSpc>
                <a:spcPct val="150000"/>
              </a:lnSpc>
              <a:spcBef>
                <a:spcPts val="0"/>
              </a:spcBef>
              <a:spcAft>
                <a:spcPts val="0"/>
              </a:spcAft>
              <a:buNone/>
            </a:pPr>
            <a:r>
              <a:rPr lang="en" sz="1400"/>
              <a:t>✔️ </a:t>
            </a:r>
            <a:r>
              <a:rPr b="1" lang="en" sz="1400"/>
              <a:t>Security:</a:t>
            </a:r>
            <a:r>
              <a:rPr lang="en" sz="1400"/>
              <a:t> Prevents cross-user data leaks</a:t>
            </a:r>
            <a:endParaRPr sz="1400"/>
          </a:p>
          <a:p>
            <a:pPr indent="0" lvl="0" marL="0" rtl="0" algn="l">
              <a:lnSpc>
                <a:spcPct val="150000"/>
              </a:lnSpc>
              <a:spcBef>
                <a:spcPts val="0"/>
              </a:spcBef>
              <a:spcAft>
                <a:spcPts val="0"/>
              </a:spcAft>
              <a:buNone/>
            </a:pPr>
            <a:r>
              <a:rPr lang="en" sz="1400"/>
              <a:t>✔️ </a:t>
            </a:r>
            <a:r>
              <a:rPr b="1" lang="en" sz="1400"/>
              <a:t>Scalability:</a:t>
            </a:r>
            <a:r>
              <a:rPr lang="en" sz="1400"/>
              <a:t> Easy to manage and expand with more users</a:t>
            </a:r>
            <a:endParaRPr sz="1400"/>
          </a:p>
          <a:p>
            <a:pPr indent="0" lvl="0" marL="0" rtl="0" algn="l">
              <a:lnSpc>
                <a:spcPct val="150000"/>
              </a:lnSpc>
              <a:spcBef>
                <a:spcPts val="0"/>
              </a:spcBef>
              <a:spcAft>
                <a:spcPts val="0"/>
              </a:spcAft>
              <a:buNone/>
            </a:pPr>
            <a:r>
              <a:rPr lang="en" sz="1400"/>
              <a:t>✔️ </a:t>
            </a:r>
            <a:r>
              <a:rPr b="1" lang="en" sz="1400"/>
              <a:t>Organization:</a:t>
            </a:r>
            <a:r>
              <a:rPr lang="en" sz="1400"/>
              <a:t> Keeps backend clean and efficient</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t/>
            </a:r>
            <a:endParaRPr sz="1400"/>
          </a:p>
        </p:txBody>
      </p:sp>
      <p:pic>
        <p:nvPicPr>
          <p:cNvPr id="1308" name="Google Shape;1308;p52"/>
          <p:cNvPicPr preferRelativeResize="0"/>
          <p:nvPr/>
        </p:nvPicPr>
        <p:blipFill>
          <a:blip r:embed="rId3">
            <a:alphaModFix/>
          </a:blip>
          <a:stretch>
            <a:fillRect/>
          </a:stretch>
        </p:blipFill>
        <p:spPr>
          <a:xfrm>
            <a:off x="5872775" y="2571750"/>
            <a:ext cx="2382850" cy="1847350"/>
          </a:xfrm>
          <a:prstGeom prst="rect">
            <a:avLst/>
          </a:prstGeom>
          <a:noFill/>
          <a:ln>
            <a:noFill/>
          </a:ln>
        </p:spPr>
      </p:pic>
      <p:sp>
        <p:nvSpPr>
          <p:cNvPr id="1309" name="Google Shape;1309;p52"/>
          <p:cNvSpPr txBox="1"/>
          <p:nvPr/>
        </p:nvSpPr>
        <p:spPr>
          <a:xfrm>
            <a:off x="6271000" y="4481700"/>
            <a:ext cx="1586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Folder Structure</a:t>
            </a:r>
            <a:r>
              <a:rPr lang="en" sz="1200">
                <a:solidFill>
                  <a:schemeClr val="dk1"/>
                </a:solidFill>
                <a:latin typeface="Barlow"/>
                <a:ea typeface="Barlow"/>
                <a:cs typeface="Barlow"/>
                <a:sym typeface="Barlow"/>
              </a:rPr>
              <a:t> </a:t>
            </a:r>
            <a:endParaRPr sz="1200">
              <a:solidFill>
                <a:schemeClr val="dk1"/>
              </a:solidFill>
              <a:latin typeface="Barlow"/>
              <a:ea typeface="Barlow"/>
              <a:cs typeface="Barlow"/>
              <a:sym typeface="Barlo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53"/>
          <p:cNvSpPr txBox="1"/>
          <p:nvPr>
            <p:ph type="title"/>
          </p:nvPr>
        </p:nvSpPr>
        <p:spPr>
          <a:xfrm>
            <a:off x="720000" y="584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Redesigned Conversation History</a:t>
            </a:r>
            <a:endParaRPr/>
          </a:p>
        </p:txBody>
      </p:sp>
      <p:pic>
        <p:nvPicPr>
          <p:cNvPr id="1315" name="Google Shape;1315;p53"/>
          <p:cNvPicPr preferRelativeResize="0"/>
          <p:nvPr/>
        </p:nvPicPr>
        <p:blipFill>
          <a:blip r:embed="rId3">
            <a:alphaModFix/>
          </a:blip>
          <a:stretch>
            <a:fillRect/>
          </a:stretch>
        </p:blipFill>
        <p:spPr>
          <a:xfrm>
            <a:off x="660013" y="1378425"/>
            <a:ext cx="3815836" cy="1723800"/>
          </a:xfrm>
          <a:prstGeom prst="rect">
            <a:avLst/>
          </a:prstGeom>
          <a:noFill/>
          <a:ln>
            <a:noFill/>
          </a:ln>
        </p:spPr>
      </p:pic>
      <p:pic>
        <p:nvPicPr>
          <p:cNvPr id="1316" name="Google Shape;1316;p53"/>
          <p:cNvPicPr preferRelativeResize="0"/>
          <p:nvPr/>
        </p:nvPicPr>
        <p:blipFill>
          <a:blip r:embed="rId4">
            <a:alphaModFix/>
          </a:blip>
          <a:stretch>
            <a:fillRect/>
          </a:stretch>
        </p:blipFill>
        <p:spPr>
          <a:xfrm>
            <a:off x="4822650" y="1378425"/>
            <a:ext cx="3609356" cy="1723801"/>
          </a:xfrm>
          <a:prstGeom prst="rect">
            <a:avLst/>
          </a:prstGeom>
          <a:noFill/>
          <a:ln cap="flat" cmpd="sng" w="9525">
            <a:solidFill>
              <a:schemeClr val="accent3"/>
            </a:solidFill>
            <a:prstDash val="solid"/>
            <a:round/>
            <a:headEnd len="sm" w="sm" type="none"/>
            <a:tailEnd len="sm" w="sm" type="none"/>
          </a:ln>
        </p:spPr>
      </p:pic>
      <p:sp>
        <p:nvSpPr>
          <p:cNvPr id="1317" name="Google Shape;1317;p53"/>
          <p:cNvSpPr txBox="1"/>
          <p:nvPr/>
        </p:nvSpPr>
        <p:spPr>
          <a:xfrm>
            <a:off x="1136763" y="3517725"/>
            <a:ext cx="2699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Barlow"/>
                <a:ea typeface="Barlow"/>
                <a:cs typeface="Barlow"/>
                <a:sym typeface="Barlow"/>
              </a:rPr>
              <a:t>❌ </a:t>
            </a:r>
            <a:r>
              <a:rPr lang="en" sz="1200">
                <a:solidFill>
                  <a:schemeClr val="dk1"/>
                </a:solidFill>
                <a:latin typeface="Barlow"/>
                <a:ea typeface="Barlow"/>
                <a:cs typeface="Barlow"/>
                <a:sym typeface="Barlow"/>
              </a:rPr>
              <a:t>Lack of chat segmentation</a:t>
            </a:r>
            <a:endParaRPr sz="1200">
              <a:solidFill>
                <a:schemeClr val="dk1"/>
              </a:solidFill>
              <a:latin typeface="Barlow"/>
              <a:ea typeface="Barlow"/>
              <a:cs typeface="Barlow"/>
              <a:sym typeface="Barlow"/>
            </a:endParaRPr>
          </a:p>
          <a:p>
            <a:pPr indent="0" lvl="0" marL="0" rtl="0" algn="l">
              <a:spcBef>
                <a:spcPts val="0"/>
              </a:spcBef>
              <a:spcAft>
                <a:spcPts val="0"/>
              </a:spcAft>
              <a:buNone/>
            </a:pPr>
            <a:r>
              <a:t/>
            </a:r>
            <a:endParaRPr sz="1200">
              <a:solidFill>
                <a:schemeClr val="dk1"/>
              </a:solidFill>
              <a:latin typeface="Barlow"/>
              <a:ea typeface="Barlow"/>
              <a:cs typeface="Barlow"/>
              <a:sym typeface="Barlow"/>
            </a:endParaRPr>
          </a:p>
          <a:p>
            <a:pPr indent="0" lvl="0" marL="0" rtl="0" algn="l">
              <a:spcBef>
                <a:spcPts val="0"/>
              </a:spcBef>
              <a:spcAft>
                <a:spcPts val="0"/>
              </a:spcAft>
              <a:buNone/>
            </a:pPr>
            <a:r>
              <a:rPr lang="en" sz="1200">
                <a:solidFill>
                  <a:schemeClr val="dk1"/>
                </a:solidFill>
                <a:latin typeface="Barlow"/>
                <a:ea typeface="Barlow"/>
                <a:cs typeface="Barlow"/>
                <a:sym typeface="Barlow"/>
              </a:rPr>
              <a:t>❌ No unique Chat IDs</a:t>
            </a:r>
            <a:endParaRPr sz="1200">
              <a:solidFill>
                <a:schemeClr val="dk1"/>
              </a:solidFill>
              <a:latin typeface="Barlow"/>
              <a:ea typeface="Barlow"/>
              <a:cs typeface="Barlow"/>
              <a:sym typeface="Barlow"/>
            </a:endParaRPr>
          </a:p>
          <a:p>
            <a:pPr indent="0" lvl="0" marL="0" rtl="0" algn="l">
              <a:spcBef>
                <a:spcPts val="0"/>
              </a:spcBef>
              <a:spcAft>
                <a:spcPts val="0"/>
              </a:spcAft>
              <a:buNone/>
            </a:pPr>
            <a:r>
              <a:t/>
            </a:r>
            <a:endParaRPr sz="1200">
              <a:solidFill>
                <a:schemeClr val="dk1"/>
              </a:solidFill>
              <a:latin typeface="Barlow"/>
              <a:ea typeface="Barlow"/>
              <a:cs typeface="Barlow"/>
              <a:sym typeface="Barlow"/>
            </a:endParaRPr>
          </a:p>
          <a:p>
            <a:pPr indent="0" lvl="0" marL="0" rtl="0" algn="l">
              <a:spcBef>
                <a:spcPts val="0"/>
              </a:spcBef>
              <a:spcAft>
                <a:spcPts val="0"/>
              </a:spcAft>
              <a:buNone/>
            </a:pPr>
            <a:r>
              <a:rPr lang="en" sz="1200">
                <a:solidFill>
                  <a:schemeClr val="dk1"/>
                </a:solidFill>
                <a:latin typeface="Barlow"/>
                <a:ea typeface="Barlow"/>
                <a:cs typeface="Barlow"/>
                <a:sym typeface="Barlow"/>
              </a:rPr>
              <a:t>❌ Limited scalability</a:t>
            </a:r>
            <a:endParaRPr sz="1200">
              <a:solidFill>
                <a:schemeClr val="dk1"/>
              </a:solidFill>
              <a:latin typeface="Barlow"/>
              <a:ea typeface="Barlow"/>
              <a:cs typeface="Barlow"/>
              <a:sym typeface="Barlow"/>
            </a:endParaRPr>
          </a:p>
        </p:txBody>
      </p:sp>
      <p:sp>
        <p:nvSpPr>
          <p:cNvPr id="1318" name="Google Shape;1318;p53"/>
          <p:cNvSpPr txBox="1"/>
          <p:nvPr/>
        </p:nvSpPr>
        <p:spPr>
          <a:xfrm>
            <a:off x="1905813" y="3102225"/>
            <a:ext cx="1161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Old Version</a:t>
            </a:r>
            <a:endParaRPr b="1" sz="1500">
              <a:solidFill>
                <a:schemeClr val="dk1"/>
              </a:solidFill>
              <a:latin typeface="Barlow"/>
              <a:ea typeface="Barlow"/>
              <a:cs typeface="Barlow"/>
              <a:sym typeface="Barlow"/>
            </a:endParaRPr>
          </a:p>
        </p:txBody>
      </p:sp>
      <p:sp>
        <p:nvSpPr>
          <p:cNvPr id="1319" name="Google Shape;1319;p53"/>
          <p:cNvSpPr txBox="1"/>
          <p:nvPr/>
        </p:nvSpPr>
        <p:spPr>
          <a:xfrm>
            <a:off x="5999576" y="3102225"/>
            <a:ext cx="1255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Barlow"/>
                <a:ea typeface="Barlow"/>
                <a:cs typeface="Barlow"/>
                <a:sym typeface="Barlow"/>
              </a:rPr>
              <a:t>New </a:t>
            </a:r>
            <a:r>
              <a:rPr b="1" lang="en" sz="1500">
                <a:solidFill>
                  <a:schemeClr val="dk1"/>
                </a:solidFill>
                <a:latin typeface="Barlow"/>
                <a:ea typeface="Barlow"/>
                <a:cs typeface="Barlow"/>
                <a:sym typeface="Barlow"/>
              </a:rPr>
              <a:t>Version</a:t>
            </a:r>
            <a:endParaRPr b="1" sz="1500">
              <a:solidFill>
                <a:schemeClr val="dk1"/>
              </a:solidFill>
              <a:latin typeface="Barlow"/>
              <a:ea typeface="Barlow"/>
              <a:cs typeface="Barlow"/>
              <a:sym typeface="Barlow"/>
            </a:endParaRPr>
          </a:p>
        </p:txBody>
      </p:sp>
      <p:sp>
        <p:nvSpPr>
          <p:cNvPr id="1320" name="Google Shape;1320;p53"/>
          <p:cNvSpPr txBox="1"/>
          <p:nvPr/>
        </p:nvSpPr>
        <p:spPr>
          <a:xfrm>
            <a:off x="5469625" y="3517725"/>
            <a:ext cx="3443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Barlow"/>
                <a:ea typeface="Barlow"/>
                <a:cs typeface="Barlow"/>
                <a:sym typeface="Barlow"/>
              </a:rPr>
              <a:t> </a:t>
            </a:r>
            <a:r>
              <a:rPr lang="en" sz="1200">
                <a:latin typeface="Barlow"/>
                <a:ea typeface="Barlow"/>
                <a:cs typeface="Barlow"/>
                <a:sym typeface="Barlow"/>
              </a:rPr>
              <a:t>✅ Unique Chat IDs</a:t>
            </a:r>
            <a:endParaRPr sz="1200">
              <a:latin typeface="Barlow"/>
              <a:ea typeface="Barlow"/>
              <a:cs typeface="Barlow"/>
              <a:sym typeface="Barlow"/>
            </a:endParaRPr>
          </a:p>
          <a:p>
            <a:pPr indent="0" lvl="0" marL="0" rtl="0" algn="l">
              <a:spcBef>
                <a:spcPts val="0"/>
              </a:spcBef>
              <a:spcAft>
                <a:spcPts val="0"/>
              </a:spcAft>
              <a:buNone/>
            </a:pPr>
            <a:r>
              <a:t/>
            </a:r>
            <a:endParaRPr sz="1200">
              <a:latin typeface="Barlow"/>
              <a:ea typeface="Barlow"/>
              <a:cs typeface="Barlow"/>
              <a:sym typeface="Barlow"/>
            </a:endParaRPr>
          </a:p>
          <a:p>
            <a:pPr indent="0" lvl="0" marL="0" rtl="0" algn="l">
              <a:spcBef>
                <a:spcPts val="0"/>
              </a:spcBef>
              <a:spcAft>
                <a:spcPts val="0"/>
              </a:spcAft>
              <a:buNone/>
            </a:pPr>
            <a:r>
              <a:rPr lang="en" sz="1200">
                <a:latin typeface="Barlow"/>
                <a:ea typeface="Barlow"/>
                <a:cs typeface="Barlow"/>
                <a:sym typeface="Barlow"/>
              </a:rPr>
              <a:t> ✅ Structured JSON Storage on frontend</a:t>
            </a:r>
            <a:endParaRPr sz="1200">
              <a:latin typeface="Barlow"/>
              <a:ea typeface="Barlow"/>
              <a:cs typeface="Barlow"/>
              <a:sym typeface="Barlow"/>
            </a:endParaRPr>
          </a:p>
          <a:p>
            <a:pPr indent="0" lvl="0" marL="0" rtl="0" algn="l">
              <a:spcBef>
                <a:spcPts val="0"/>
              </a:spcBef>
              <a:spcAft>
                <a:spcPts val="0"/>
              </a:spcAft>
              <a:buNone/>
            </a:pPr>
            <a:r>
              <a:t/>
            </a:r>
            <a:endParaRPr sz="1200">
              <a:latin typeface="Barlow"/>
              <a:ea typeface="Barlow"/>
              <a:cs typeface="Barlow"/>
              <a:sym typeface="Barlow"/>
            </a:endParaRPr>
          </a:p>
          <a:p>
            <a:pPr indent="0" lvl="0" marL="0" rtl="0" algn="l">
              <a:spcBef>
                <a:spcPts val="0"/>
              </a:spcBef>
              <a:spcAft>
                <a:spcPts val="0"/>
              </a:spcAft>
              <a:buNone/>
            </a:pPr>
            <a:r>
              <a:rPr lang="en" sz="1200">
                <a:latin typeface="Barlow"/>
                <a:ea typeface="Barlow"/>
                <a:cs typeface="Barlow"/>
                <a:sym typeface="Barlow"/>
              </a:rPr>
              <a:t> ✅SQLite for Persistent Memory on backend (Bryan’s part)</a:t>
            </a:r>
            <a:endParaRPr sz="1200">
              <a:latin typeface="Barlow"/>
              <a:ea typeface="Barlow"/>
              <a:cs typeface="Barlow"/>
              <a:sym typeface="Barlo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54"/>
          <p:cNvSpPr txBox="1"/>
          <p:nvPr>
            <p:ph type="title"/>
          </p:nvPr>
        </p:nvSpPr>
        <p:spPr>
          <a:xfrm>
            <a:off x="580650" y="465900"/>
            <a:ext cx="8447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Conversation History - Implementation</a:t>
            </a:r>
            <a:endParaRPr/>
          </a:p>
        </p:txBody>
      </p:sp>
      <p:pic>
        <p:nvPicPr>
          <p:cNvPr id="1326" name="Google Shape;1326;p54"/>
          <p:cNvPicPr preferRelativeResize="0"/>
          <p:nvPr/>
        </p:nvPicPr>
        <p:blipFill rotWithShape="1">
          <a:blip r:embed="rId3">
            <a:alphaModFix/>
          </a:blip>
          <a:srcRect b="0" l="0" r="40786" t="0"/>
          <a:stretch/>
        </p:blipFill>
        <p:spPr>
          <a:xfrm>
            <a:off x="2008613" y="1264000"/>
            <a:ext cx="5015025" cy="2250050"/>
          </a:xfrm>
          <a:prstGeom prst="rect">
            <a:avLst/>
          </a:prstGeom>
          <a:noFill/>
          <a:ln>
            <a:noFill/>
          </a:ln>
        </p:spPr>
      </p:pic>
      <p:sp>
        <p:nvSpPr>
          <p:cNvPr id="1327" name="Google Shape;1327;p54"/>
          <p:cNvSpPr txBox="1"/>
          <p:nvPr/>
        </p:nvSpPr>
        <p:spPr>
          <a:xfrm>
            <a:off x="1606725" y="3682850"/>
            <a:ext cx="5818800" cy="117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900"/>
              </a:spcBef>
              <a:spcAft>
                <a:spcPts val="0"/>
              </a:spcAft>
              <a:buNone/>
            </a:pPr>
            <a:r>
              <a:rPr b="1" lang="en" sz="1600">
                <a:solidFill>
                  <a:srgbClr val="2C2C36"/>
                </a:solidFill>
                <a:latin typeface="Barlow"/>
                <a:ea typeface="Barlow"/>
                <a:cs typeface="Barlow"/>
                <a:sym typeface="Barlow"/>
              </a:rPr>
              <a:t>H</a:t>
            </a:r>
            <a:r>
              <a:rPr b="1" lang="en">
                <a:solidFill>
                  <a:srgbClr val="2C2C36"/>
                </a:solidFill>
                <a:latin typeface="Barlow"/>
                <a:ea typeface="Barlow"/>
                <a:cs typeface="Barlow"/>
                <a:sym typeface="Barlow"/>
              </a:rPr>
              <a:t>ow it connects to the Backend:</a:t>
            </a:r>
            <a:endParaRPr b="1">
              <a:solidFill>
                <a:srgbClr val="2C2C36"/>
              </a:solidFill>
              <a:latin typeface="Barlow"/>
              <a:ea typeface="Barlow"/>
              <a:cs typeface="Barlow"/>
              <a:sym typeface="Barlow"/>
            </a:endParaRPr>
          </a:p>
          <a:p>
            <a:pPr indent="-317500" lvl="0" marL="457200" rtl="0" algn="l">
              <a:lnSpc>
                <a:spcPct val="175000"/>
              </a:lnSpc>
              <a:spcBef>
                <a:spcPts val="900"/>
              </a:spcBef>
              <a:spcAft>
                <a:spcPts val="0"/>
              </a:spcAft>
              <a:buSzPts val="1400"/>
              <a:buFont typeface="Barlow"/>
              <a:buChar char="●"/>
            </a:pPr>
            <a:r>
              <a:rPr lang="en">
                <a:solidFill>
                  <a:srgbClr val="2C2C36"/>
                </a:solidFill>
                <a:latin typeface="Barlow"/>
                <a:ea typeface="Barlow"/>
                <a:cs typeface="Barlow"/>
                <a:sym typeface="Barlow"/>
              </a:rPr>
              <a:t>The chat_id links to Bryan’s </a:t>
            </a:r>
            <a:r>
              <a:rPr lang="en">
                <a:solidFill>
                  <a:srgbClr val="111827"/>
                </a:solidFill>
                <a:latin typeface="Barlow"/>
                <a:ea typeface="Barlow"/>
                <a:cs typeface="Barlow"/>
                <a:sym typeface="Barlow"/>
              </a:rPr>
              <a:t>SQLite persistent memory system</a:t>
            </a:r>
            <a:endParaRPr>
              <a:solidFill>
                <a:srgbClr val="111827"/>
              </a:solidFill>
              <a:latin typeface="Barlow"/>
              <a:ea typeface="Barlow"/>
              <a:cs typeface="Barlow"/>
              <a:sym typeface="Barlow"/>
            </a:endParaRPr>
          </a:p>
          <a:p>
            <a:pPr indent="-317500" lvl="0" marL="457200" rtl="0" algn="l">
              <a:lnSpc>
                <a:spcPct val="115000"/>
              </a:lnSpc>
              <a:spcBef>
                <a:spcPts val="0"/>
              </a:spcBef>
              <a:spcAft>
                <a:spcPts val="0"/>
              </a:spcAft>
              <a:buClr>
                <a:srgbClr val="2C2C36"/>
              </a:buClr>
              <a:buSzPts val="1400"/>
              <a:buFont typeface="Barlow"/>
              <a:buChar char="●"/>
            </a:pPr>
            <a:r>
              <a:rPr lang="en">
                <a:solidFill>
                  <a:srgbClr val="2C2C36"/>
                </a:solidFill>
                <a:latin typeface="Barlow"/>
                <a:ea typeface="Barlow"/>
                <a:cs typeface="Barlow"/>
                <a:sym typeface="Barlow"/>
              </a:rPr>
              <a:t>Ensures </a:t>
            </a:r>
            <a:r>
              <a:rPr lang="en">
                <a:solidFill>
                  <a:srgbClr val="111827"/>
                </a:solidFill>
                <a:latin typeface="Barlow"/>
                <a:ea typeface="Barlow"/>
                <a:cs typeface="Barlow"/>
                <a:sym typeface="Barlow"/>
              </a:rPr>
              <a:t>frontend ↔ backend synchronization</a:t>
            </a:r>
            <a:endParaRPr>
              <a:solidFill>
                <a:srgbClr val="111827"/>
              </a:solidFill>
              <a:latin typeface="Barlow"/>
              <a:ea typeface="Barlow"/>
              <a:cs typeface="Barlow"/>
              <a:sym typeface="Barlo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55"/>
          <p:cNvSpPr txBox="1"/>
          <p:nvPr>
            <p:ph type="title"/>
          </p:nvPr>
        </p:nvSpPr>
        <p:spPr>
          <a:xfrm>
            <a:off x="713225" y="1758025"/>
            <a:ext cx="4934100" cy="18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400">
                <a:solidFill>
                  <a:schemeClr val="lt1"/>
                </a:solidFill>
              </a:rPr>
              <a:t>Final Chatbot</a:t>
            </a:r>
            <a:endParaRPr sz="54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Chatbot Demo</a:t>
            </a:r>
            <a:endParaRPr/>
          </a:p>
        </p:txBody>
      </p:sp>
      <p:pic>
        <p:nvPicPr>
          <p:cNvPr id="1338" name="Google Shape;1338;p56" title="Chatbot_Final_Demo - Made with Clipchamp_1748173181102.mp4">
            <a:hlinkClick r:id="rId3"/>
          </p:cNvPr>
          <p:cNvPicPr preferRelativeResize="0"/>
          <p:nvPr/>
        </p:nvPicPr>
        <p:blipFill>
          <a:blip r:embed="rId4">
            <a:alphaModFix/>
          </a:blip>
          <a:stretch>
            <a:fillRect/>
          </a:stretch>
        </p:blipFill>
        <p:spPr>
          <a:xfrm>
            <a:off x="2286000" y="11295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1000"/>
                                        <p:tgtEl>
                                          <p:spTgt spid="1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57"/>
          <p:cNvSpPr txBox="1"/>
          <p:nvPr>
            <p:ph idx="2" type="title"/>
          </p:nvPr>
        </p:nvSpPr>
        <p:spPr>
          <a:xfrm>
            <a:off x="389100" y="2150850"/>
            <a:ext cx="81588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000"/>
              <a:t>THANK YOU</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bot by AI Pitch Deck by Slidesgo">
  <a:themeElements>
    <a:clrScheme name="Simple Light">
      <a:dk1>
        <a:srgbClr val="373B42"/>
      </a:dk1>
      <a:lt1>
        <a:srgbClr val="3B63F8"/>
      </a:lt1>
      <a:dk2>
        <a:srgbClr val="EEF1F5"/>
      </a:dk2>
      <a:lt2>
        <a:srgbClr val="87ABFF"/>
      </a:lt2>
      <a:accent1>
        <a:srgbClr val="C0E1FF"/>
      </a:accent1>
      <a:accent2>
        <a:srgbClr val="9DA1A8"/>
      </a:accent2>
      <a:accent3>
        <a:srgbClr val="C3C7CE"/>
      </a:accent3>
      <a:accent4>
        <a:srgbClr val="FFFFFF"/>
      </a:accent4>
      <a:accent5>
        <a:srgbClr val="FFFFFF"/>
      </a:accent5>
      <a:accent6>
        <a:srgbClr val="FFFFFF"/>
      </a:accent6>
      <a:hlink>
        <a:srgbClr val="373B4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